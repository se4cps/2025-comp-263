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5"/>
  </p:normalViewPr>
  <p:slideViewPr>
    <p:cSldViewPr snapToGrid="0" snapToObjects="1">
      <p:cViewPr varScale="1">
        <p:scale>
          <a:sx n="117" d="100"/>
          <a:sy n="117" d="100"/>
        </p:scale>
        <p:origin x="4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62BEAF-BE3D-4D02-93DB-EF54F2C6DA11}" type="doc">
      <dgm:prSet loTypeId="urn:microsoft.com/office/officeart/2005/8/layout/vList5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95763C7-5506-45F2-A33A-B9CFCA66D5F5}">
      <dgm:prSet/>
      <dgm:spPr/>
      <dgm:t>
        <a:bodyPr/>
        <a:lstStyle/>
        <a:p>
          <a:pPr>
            <a:defRPr cap="all"/>
          </a:pPr>
          <a:r>
            <a:rPr lang="en-US"/>
            <a:t>• Data Source ingested using ETL scripts (Extract, Transform, Load)</a:t>
          </a:r>
        </a:p>
      </dgm:t>
    </dgm:pt>
    <dgm:pt modelId="{32620CF1-8D26-44DA-98C5-ECA1F26E989A}" type="parTrans" cxnId="{743B3B10-A22A-468B-BC2F-1987189107AE}">
      <dgm:prSet/>
      <dgm:spPr/>
      <dgm:t>
        <a:bodyPr/>
        <a:lstStyle/>
        <a:p>
          <a:endParaRPr lang="en-US"/>
        </a:p>
      </dgm:t>
    </dgm:pt>
    <dgm:pt modelId="{25B50CAF-8EB4-435D-AAA6-13B796C951BA}" type="sibTrans" cxnId="{743B3B10-A22A-468B-BC2F-1987189107AE}">
      <dgm:prSet/>
      <dgm:spPr/>
      <dgm:t>
        <a:bodyPr/>
        <a:lstStyle/>
        <a:p>
          <a:endParaRPr lang="en-US"/>
        </a:p>
      </dgm:t>
    </dgm:pt>
    <dgm:pt modelId="{7E58A482-7FB3-4B36-AEED-F381AA2F7E0A}">
      <dgm:prSet/>
      <dgm:spPr/>
      <dgm:t>
        <a:bodyPr/>
        <a:lstStyle/>
        <a:p>
          <a:pPr>
            <a:defRPr cap="all"/>
          </a:pPr>
          <a:r>
            <a:rPr lang="en-US"/>
            <a:t>• Redis acts as a high-speed caching layer for rapid data retrieval</a:t>
          </a:r>
        </a:p>
      </dgm:t>
    </dgm:pt>
    <dgm:pt modelId="{2A462A02-AD51-4739-9476-19BD2FADB366}" type="parTrans" cxnId="{DC4703CF-CA8D-4844-A569-3D5ED8E3952E}">
      <dgm:prSet/>
      <dgm:spPr/>
      <dgm:t>
        <a:bodyPr/>
        <a:lstStyle/>
        <a:p>
          <a:endParaRPr lang="en-US"/>
        </a:p>
      </dgm:t>
    </dgm:pt>
    <dgm:pt modelId="{388894C2-2E6C-4972-B6A8-C3F36B540BB7}" type="sibTrans" cxnId="{DC4703CF-CA8D-4844-A569-3D5ED8E3952E}">
      <dgm:prSet/>
      <dgm:spPr/>
      <dgm:t>
        <a:bodyPr/>
        <a:lstStyle/>
        <a:p>
          <a:endParaRPr lang="en-US"/>
        </a:p>
      </dgm:t>
    </dgm:pt>
    <dgm:pt modelId="{EDE69607-857E-4E6F-B63D-63A2E1A6C5A5}">
      <dgm:prSet/>
      <dgm:spPr/>
      <dgm:t>
        <a:bodyPr/>
        <a:lstStyle/>
        <a:p>
          <a:pPr>
            <a:defRPr cap="all"/>
          </a:pPr>
          <a:r>
            <a:rPr lang="en-US"/>
            <a:t>• MongoDB Data Lake stores processed and historical data</a:t>
          </a:r>
        </a:p>
      </dgm:t>
    </dgm:pt>
    <dgm:pt modelId="{9B73784D-A1C2-482E-BB0A-CB63A51658B7}" type="parTrans" cxnId="{0729CE48-8B16-4DD0-BBE2-34DA0A760620}">
      <dgm:prSet/>
      <dgm:spPr/>
      <dgm:t>
        <a:bodyPr/>
        <a:lstStyle/>
        <a:p>
          <a:endParaRPr lang="en-US"/>
        </a:p>
      </dgm:t>
    </dgm:pt>
    <dgm:pt modelId="{213C7058-8936-41DA-8D2E-D5168FBC3D5D}" type="sibTrans" cxnId="{0729CE48-8B16-4DD0-BBE2-34DA0A760620}">
      <dgm:prSet/>
      <dgm:spPr/>
      <dgm:t>
        <a:bodyPr/>
        <a:lstStyle/>
        <a:p>
          <a:endParaRPr lang="en-US"/>
        </a:p>
      </dgm:t>
    </dgm:pt>
    <dgm:pt modelId="{FBA6B4D4-32DA-4D5B-A86C-D84C6B8B013A}">
      <dgm:prSet/>
      <dgm:spPr/>
      <dgm:t>
        <a:bodyPr/>
        <a:lstStyle/>
        <a:p>
          <a:pPr>
            <a:defRPr cap="all"/>
          </a:pPr>
          <a:r>
            <a:rPr lang="en-US"/>
            <a:t>• Dashboard tools connect for analytics and visualization</a:t>
          </a:r>
        </a:p>
      </dgm:t>
    </dgm:pt>
    <dgm:pt modelId="{5F517D8D-805D-4D51-BFC3-DE19F4F33925}" type="parTrans" cxnId="{14012036-19C1-40D0-A86D-A4746764A1F7}">
      <dgm:prSet/>
      <dgm:spPr/>
      <dgm:t>
        <a:bodyPr/>
        <a:lstStyle/>
        <a:p>
          <a:endParaRPr lang="en-US"/>
        </a:p>
      </dgm:t>
    </dgm:pt>
    <dgm:pt modelId="{19E98B71-DAA6-4270-B6A7-45A97E683B7B}" type="sibTrans" cxnId="{14012036-19C1-40D0-A86D-A4746764A1F7}">
      <dgm:prSet/>
      <dgm:spPr/>
      <dgm:t>
        <a:bodyPr/>
        <a:lstStyle/>
        <a:p>
          <a:endParaRPr lang="en-US"/>
        </a:p>
      </dgm:t>
    </dgm:pt>
    <dgm:pt modelId="{7F5BF278-9038-6044-99F2-8F226D7EBAAE}" type="pres">
      <dgm:prSet presAssocID="{2D62BEAF-BE3D-4D02-93DB-EF54F2C6DA11}" presName="Name0" presStyleCnt="0">
        <dgm:presLayoutVars>
          <dgm:dir/>
          <dgm:animLvl val="lvl"/>
          <dgm:resizeHandles val="exact"/>
        </dgm:presLayoutVars>
      </dgm:prSet>
      <dgm:spPr/>
    </dgm:pt>
    <dgm:pt modelId="{E2C6FDDB-1FDD-B943-A444-D994C022DF47}" type="pres">
      <dgm:prSet presAssocID="{295763C7-5506-45F2-A33A-B9CFCA66D5F5}" presName="linNode" presStyleCnt="0"/>
      <dgm:spPr/>
    </dgm:pt>
    <dgm:pt modelId="{7591D7F1-3262-AF4A-8B15-FE031D1B9B7A}" type="pres">
      <dgm:prSet presAssocID="{295763C7-5506-45F2-A33A-B9CFCA66D5F5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8A43D243-D8C4-0745-87E0-3331B859D3B3}" type="pres">
      <dgm:prSet presAssocID="{25B50CAF-8EB4-435D-AAA6-13B796C951BA}" presName="sp" presStyleCnt="0"/>
      <dgm:spPr/>
    </dgm:pt>
    <dgm:pt modelId="{A03E8452-D727-894C-980B-7302AE6B91E1}" type="pres">
      <dgm:prSet presAssocID="{7E58A482-7FB3-4B36-AEED-F381AA2F7E0A}" presName="linNode" presStyleCnt="0"/>
      <dgm:spPr/>
    </dgm:pt>
    <dgm:pt modelId="{197A95A8-F124-2745-BFCD-AF5CF480DBB4}" type="pres">
      <dgm:prSet presAssocID="{7E58A482-7FB3-4B36-AEED-F381AA2F7E0A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7AFCAF0A-4372-8146-8685-2D022C63A6AA}" type="pres">
      <dgm:prSet presAssocID="{388894C2-2E6C-4972-B6A8-C3F36B540BB7}" presName="sp" presStyleCnt="0"/>
      <dgm:spPr/>
    </dgm:pt>
    <dgm:pt modelId="{7DA51407-7A14-AC41-BAAD-CD96C972DED1}" type="pres">
      <dgm:prSet presAssocID="{EDE69607-857E-4E6F-B63D-63A2E1A6C5A5}" presName="linNode" presStyleCnt="0"/>
      <dgm:spPr/>
    </dgm:pt>
    <dgm:pt modelId="{28F29149-B5D0-C746-BC56-D3BA77848387}" type="pres">
      <dgm:prSet presAssocID="{EDE69607-857E-4E6F-B63D-63A2E1A6C5A5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5AE85128-C93C-A54D-A1CF-EBF3BC129B16}" type="pres">
      <dgm:prSet presAssocID="{213C7058-8936-41DA-8D2E-D5168FBC3D5D}" presName="sp" presStyleCnt="0"/>
      <dgm:spPr/>
    </dgm:pt>
    <dgm:pt modelId="{61070B50-571D-F043-ABAE-8CFCDBAEAFBF}" type="pres">
      <dgm:prSet presAssocID="{FBA6B4D4-32DA-4D5B-A86C-D84C6B8B013A}" presName="linNode" presStyleCnt="0"/>
      <dgm:spPr/>
    </dgm:pt>
    <dgm:pt modelId="{B8360A81-1152-3B4C-9731-0F08A4AF0267}" type="pres">
      <dgm:prSet presAssocID="{FBA6B4D4-32DA-4D5B-A86C-D84C6B8B013A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743B3B10-A22A-468B-BC2F-1987189107AE}" srcId="{2D62BEAF-BE3D-4D02-93DB-EF54F2C6DA11}" destId="{295763C7-5506-45F2-A33A-B9CFCA66D5F5}" srcOrd="0" destOrd="0" parTransId="{32620CF1-8D26-44DA-98C5-ECA1F26E989A}" sibTransId="{25B50CAF-8EB4-435D-AAA6-13B796C951BA}"/>
    <dgm:cxn modelId="{70552918-168F-FD4C-AE3B-45C0ECC8142B}" type="presOf" srcId="{295763C7-5506-45F2-A33A-B9CFCA66D5F5}" destId="{7591D7F1-3262-AF4A-8B15-FE031D1B9B7A}" srcOrd="0" destOrd="0" presId="urn:microsoft.com/office/officeart/2005/8/layout/vList5"/>
    <dgm:cxn modelId="{14012036-19C1-40D0-A86D-A4746764A1F7}" srcId="{2D62BEAF-BE3D-4D02-93DB-EF54F2C6DA11}" destId="{FBA6B4D4-32DA-4D5B-A86C-D84C6B8B013A}" srcOrd="3" destOrd="0" parTransId="{5F517D8D-805D-4D51-BFC3-DE19F4F33925}" sibTransId="{19E98B71-DAA6-4270-B6A7-45A97E683B7B}"/>
    <dgm:cxn modelId="{37B23343-2657-0A40-A95F-ABCC6C291C2F}" type="presOf" srcId="{EDE69607-857E-4E6F-B63D-63A2E1A6C5A5}" destId="{28F29149-B5D0-C746-BC56-D3BA77848387}" srcOrd="0" destOrd="0" presId="urn:microsoft.com/office/officeart/2005/8/layout/vList5"/>
    <dgm:cxn modelId="{0D6DEE43-F249-4948-8D15-FD22B5E21F0E}" type="presOf" srcId="{7E58A482-7FB3-4B36-AEED-F381AA2F7E0A}" destId="{197A95A8-F124-2745-BFCD-AF5CF480DBB4}" srcOrd="0" destOrd="0" presId="urn:microsoft.com/office/officeart/2005/8/layout/vList5"/>
    <dgm:cxn modelId="{0729CE48-8B16-4DD0-BBE2-34DA0A760620}" srcId="{2D62BEAF-BE3D-4D02-93DB-EF54F2C6DA11}" destId="{EDE69607-857E-4E6F-B63D-63A2E1A6C5A5}" srcOrd="2" destOrd="0" parTransId="{9B73784D-A1C2-482E-BB0A-CB63A51658B7}" sibTransId="{213C7058-8936-41DA-8D2E-D5168FBC3D5D}"/>
    <dgm:cxn modelId="{92B9B567-FA41-AB44-99D3-6AC21279704C}" type="presOf" srcId="{2D62BEAF-BE3D-4D02-93DB-EF54F2C6DA11}" destId="{7F5BF278-9038-6044-99F2-8F226D7EBAAE}" srcOrd="0" destOrd="0" presId="urn:microsoft.com/office/officeart/2005/8/layout/vList5"/>
    <dgm:cxn modelId="{9267F293-4A3F-D34D-A397-8EF8501D5222}" type="presOf" srcId="{FBA6B4D4-32DA-4D5B-A86C-D84C6B8B013A}" destId="{B8360A81-1152-3B4C-9731-0F08A4AF0267}" srcOrd="0" destOrd="0" presId="urn:microsoft.com/office/officeart/2005/8/layout/vList5"/>
    <dgm:cxn modelId="{DC4703CF-CA8D-4844-A569-3D5ED8E3952E}" srcId="{2D62BEAF-BE3D-4D02-93DB-EF54F2C6DA11}" destId="{7E58A482-7FB3-4B36-AEED-F381AA2F7E0A}" srcOrd="1" destOrd="0" parTransId="{2A462A02-AD51-4739-9476-19BD2FADB366}" sibTransId="{388894C2-2E6C-4972-B6A8-C3F36B540BB7}"/>
    <dgm:cxn modelId="{0797A85C-1A2D-6D44-A4BA-92623FBEB7DF}" type="presParOf" srcId="{7F5BF278-9038-6044-99F2-8F226D7EBAAE}" destId="{E2C6FDDB-1FDD-B943-A444-D994C022DF47}" srcOrd="0" destOrd="0" presId="urn:microsoft.com/office/officeart/2005/8/layout/vList5"/>
    <dgm:cxn modelId="{1C10CF63-FB9C-A447-A1C5-43CBD5C3CDD1}" type="presParOf" srcId="{E2C6FDDB-1FDD-B943-A444-D994C022DF47}" destId="{7591D7F1-3262-AF4A-8B15-FE031D1B9B7A}" srcOrd="0" destOrd="0" presId="urn:microsoft.com/office/officeart/2005/8/layout/vList5"/>
    <dgm:cxn modelId="{77E3E3B4-E067-424D-B93F-32DCAF142B88}" type="presParOf" srcId="{7F5BF278-9038-6044-99F2-8F226D7EBAAE}" destId="{8A43D243-D8C4-0745-87E0-3331B859D3B3}" srcOrd="1" destOrd="0" presId="urn:microsoft.com/office/officeart/2005/8/layout/vList5"/>
    <dgm:cxn modelId="{37F26DFD-245A-E44A-B367-0D4910EE8AD9}" type="presParOf" srcId="{7F5BF278-9038-6044-99F2-8F226D7EBAAE}" destId="{A03E8452-D727-894C-980B-7302AE6B91E1}" srcOrd="2" destOrd="0" presId="urn:microsoft.com/office/officeart/2005/8/layout/vList5"/>
    <dgm:cxn modelId="{B043619C-4EC5-D048-9798-F2820811FAAB}" type="presParOf" srcId="{A03E8452-D727-894C-980B-7302AE6B91E1}" destId="{197A95A8-F124-2745-BFCD-AF5CF480DBB4}" srcOrd="0" destOrd="0" presId="urn:microsoft.com/office/officeart/2005/8/layout/vList5"/>
    <dgm:cxn modelId="{4EB202F5-F7D0-6547-B27E-F5A17E2E1A07}" type="presParOf" srcId="{7F5BF278-9038-6044-99F2-8F226D7EBAAE}" destId="{7AFCAF0A-4372-8146-8685-2D022C63A6AA}" srcOrd="3" destOrd="0" presId="urn:microsoft.com/office/officeart/2005/8/layout/vList5"/>
    <dgm:cxn modelId="{9FC92A6D-881B-9048-BB4D-919EEEC3FD08}" type="presParOf" srcId="{7F5BF278-9038-6044-99F2-8F226D7EBAAE}" destId="{7DA51407-7A14-AC41-BAAD-CD96C972DED1}" srcOrd="4" destOrd="0" presId="urn:microsoft.com/office/officeart/2005/8/layout/vList5"/>
    <dgm:cxn modelId="{79781E32-A2FD-B646-AEFC-00012823D7BA}" type="presParOf" srcId="{7DA51407-7A14-AC41-BAAD-CD96C972DED1}" destId="{28F29149-B5D0-C746-BC56-D3BA77848387}" srcOrd="0" destOrd="0" presId="urn:microsoft.com/office/officeart/2005/8/layout/vList5"/>
    <dgm:cxn modelId="{061AF50D-3BCB-2E4B-A2AC-EAAAED89DBF3}" type="presParOf" srcId="{7F5BF278-9038-6044-99F2-8F226D7EBAAE}" destId="{5AE85128-C93C-A54D-A1CF-EBF3BC129B16}" srcOrd="5" destOrd="0" presId="urn:microsoft.com/office/officeart/2005/8/layout/vList5"/>
    <dgm:cxn modelId="{B99F067D-C992-4540-AFB3-C619B8BBC45D}" type="presParOf" srcId="{7F5BF278-9038-6044-99F2-8F226D7EBAAE}" destId="{61070B50-571D-F043-ABAE-8CFCDBAEAFBF}" srcOrd="6" destOrd="0" presId="urn:microsoft.com/office/officeart/2005/8/layout/vList5"/>
    <dgm:cxn modelId="{2B96C549-6B9B-1846-88CC-703147B10AE9}" type="presParOf" srcId="{61070B50-571D-F043-ABAE-8CFCDBAEAFBF}" destId="{B8360A81-1152-3B4C-9731-0F08A4AF0267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04C09D-0F8A-4943-BF91-0636301E694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A74559F-2472-4DB8-BE13-80A291444822}">
      <dgm:prSet/>
      <dgm:spPr/>
      <dgm:t>
        <a:bodyPr/>
        <a:lstStyle/>
        <a:p>
          <a:r>
            <a:rPr lang="en-US"/>
            <a:t>• Redis significantly improved query response times and scalability.</a:t>
          </a:r>
        </a:p>
      </dgm:t>
    </dgm:pt>
    <dgm:pt modelId="{C686DDA2-2D73-4DA7-8D91-2E4EE1064865}" type="parTrans" cxnId="{FCBEC0A2-9C52-4C55-99FF-B9975EE1E1C6}">
      <dgm:prSet/>
      <dgm:spPr/>
      <dgm:t>
        <a:bodyPr/>
        <a:lstStyle/>
        <a:p>
          <a:endParaRPr lang="en-US"/>
        </a:p>
      </dgm:t>
    </dgm:pt>
    <dgm:pt modelId="{A9C61D9C-9D0D-44D4-B491-57294E8ED646}" type="sibTrans" cxnId="{FCBEC0A2-9C52-4C55-99FF-B9975EE1E1C6}">
      <dgm:prSet/>
      <dgm:spPr/>
      <dgm:t>
        <a:bodyPr/>
        <a:lstStyle/>
        <a:p>
          <a:endParaRPr lang="en-US"/>
        </a:p>
      </dgm:t>
    </dgm:pt>
    <dgm:pt modelId="{1ACA4E95-F8C9-4E08-A843-3DAA690073A3}">
      <dgm:prSet/>
      <dgm:spPr/>
      <dgm:t>
        <a:bodyPr/>
        <a:lstStyle/>
        <a:p>
          <a:r>
            <a:rPr lang="en-US"/>
            <a:t>• MongoDB’s flexible schema allowed integration of diverse data sources.</a:t>
          </a:r>
        </a:p>
      </dgm:t>
    </dgm:pt>
    <dgm:pt modelId="{498E58BB-A7CD-46AE-B37B-AD79AF2A923D}" type="parTrans" cxnId="{FF0CBCEC-D10D-4903-8A1D-CB503AA174FC}">
      <dgm:prSet/>
      <dgm:spPr/>
      <dgm:t>
        <a:bodyPr/>
        <a:lstStyle/>
        <a:p>
          <a:endParaRPr lang="en-US"/>
        </a:p>
      </dgm:t>
    </dgm:pt>
    <dgm:pt modelId="{5F7733A1-A728-4FA5-9771-E13E6B3B81E5}" type="sibTrans" cxnId="{FF0CBCEC-D10D-4903-8A1D-CB503AA174FC}">
      <dgm:prSet/>
      <dgm:spPr/>
      <dgm:t>
        <a:bodyPr/>
        <a:lstStyle/>
        <a:p>
          <a:endParaRPr lang="en-US"/>
        </a:p>
      </dgm:t>
    </dgm:pt>
    <dgm:pt modelId="{BC64287E-C9D9-49B4-AFF3-FA1E48A5F60D}">
      <dgm:prSet/>
      <dgm:spPr/>
      <dgm:t>
        <a:bodyPr/>
        <a:lstStyle/>
        <a:p>
          <a:r>
            <a:rPr lang="en-US"/>
            <a:t>• ETL automation ensured consistent, reliable data ingestion.</a:t>
          </a:r>
        </a:p>
      </dgm:t>
    </dgm:pt>
    <dgm:pt modelId="{92887BF8-BF93-41BA-9242-79E93E0C1AE0}" type="parTrans" cxnId="{405CF881-1195-4B6C-82C9-CEAEF4205FFD}">
      <dgm:prSet/>
      <dgm:spPr/>
      <dgm:t>
        <a:bodyPr/>
        <a:lstStyle/>
        <a:p>
          <a:endParaRPr lang="en-US"/>
        </a:p>
      </dgm:t>
    </dgm:pt>
    <dgm:pt modelId="{F0A80EB5-707E-495C-849B-6BE12604DE5A}" type="sibTrans" cxnId="{405CF881-1195-4B6C-82C9-CEAEF4205FFD}">
      <dgm:prSet/>
      <dgm:spPr/>
      <dgm:t>
        <a:bodyPr/>
        <a:lstStyle/>
        <a:p>
          <a:endParaRPr lang="en-US"/>
        </a:p>
      </dgm:t>
    </dgm:pt>
    <dgm:pt modelId="{66587B28-6327-4CAB-8A7C-677C8F23D410}">
      <dgm:prSet/>
      <dgm:spPr/>
      <dgm:t>
        <a:bodyPr/>
        <a:lstStyle/>
        <a:p>
          <a:r>
            <a:rPr lang="en-US"/>
            <a:t>• Monitoring Redis TTL and eviction policies was critical for accuracy.</a:t>
          </a:r>
        </a:p>
      </dgm:t>
    </dgm:pt>
    <dgm:pt modelId="{10ACF613-C472-46DF-BCE8-93AD716B7F20}" type="parTrans" cxnId="{D30B449A-AEF1-4A42-B08A-9A8D7DABD1EE}">
      <dgm:prSet/>
      <dgm:spPr/>
      <dgm:t>
        <a:bodyPr/>
        <a:lstStyle/>
        <a:p>
          <a:endParaRPr lang="en-US"/>
        </a:p>
      </dgm:t>
    </dgm:pt>
    <dgm:pt modelId="{2FE329BB-F553-48BD-919C-DDFD7CC87417}" type="sibTrans" cxnId="{D30B449A-AEF1-4A42-B08A-9A8D7DABD1EE}">
      <dgm:prSet/>
      <dgm:spPr/>
      <dgm:t>
        <a:bodyPr/>
        <a:lstStyle/>
        <a:p>
          <a:endParaRPr lang="en-US"/>
        </a:p>
      </dgm:t>
    </dgm:pt>
    <dgm:pt modelId="{AF6C8810-CC8D-4B68-B5AC-6E46CA9FE344}">
      <dgm:prSet/>
      <dgm:spPr/>
      <dgm:t>
        <a:bodyPr/>
        <a:lstStyle/>
        <a:p>
          <a:r>
            <a:rPr lang="en-US"/>
            <a:t>• Streamlined analytics improved data-driven decision-making.</a:t>
          </a:r>
        </a:p>
      </dgm:t>
    </dgm:pt>
    <dgm:pt modelId="{7160D446-3EA1-4642-A104-A3AB1CEF444D}" type="parTrans" cxnId="{A12C32B8-2AB9-4DC4-BDC6-1CBE9F76B927}">
      <dgm:prSet/>
      <dgm:spPr/>
      <dgm:t>
        <a:bodyPr/>
        <a:lstStyle/>
        <a:p>
          <a:endParaRPr lang="en-US"/>
        </a:p>
      </dgm:t>
    </dgm:pt>
    <dgm:pt modelId="{2E42D622-8C55-48BF-8F1E-35811CF5E5CB}" type="sibTrans" cxnId="{A12C32B8-2AB9-4DC4-BDC6-1CBE9F76B927}">
      <dgm:prSet/>
      <dgm:spPr/>
      <dgm:t>
        <a:bodyPr/>
        <a:lstStyle/>
        <a:p>
          <a:endParaRPr lang="en-US"/>
        </a:p>
      </dgm:t>
    </dgm:pt>
    <dgm:pt modelId="{C9CFB38B-3D26-4194-B81A-B3D5202C53A6}" type="pres">
      <dgm:prSet presAssocID="{D104C09D-0F8A-4943-BF91-0636301E694B}" presName="root" presStyleCnt="0">
        <dgm:presLayoutVars>
          <dgm:dir/>
          <dgm:resizeHandles val="exact"/>
        </dgm:presLayoutVars>
      </dgm:prSet>
      <dgm:spPr/>
    </dgm:pt>
    <dgm:pt modelId="{61AB8B7D-4567-439F-9939-A6051DC8FC05}" type="pres">
      <dgm:prSet presAssocID="{BA74559F-2472-4DB8-BE13-80A291444822}" presName="compNode" presStyleCnt="0"/>
      <dgm:spPr/>
    </dgm:pt>
    <dgm:pt modelId="{5D8707BE-1131-4616-BE85-F9C6CCA188A5}" type="pres">
      <dgm:prSet presAssocID="{BA74559F-2472-4DB8-BE13-80A291444822}" presName="bgRect" presStyleLbl="bgShp" presStyleIdx="0" presStyleCnt="5"/>
      <dgm:spPr/>
    </dgm:pt>
    <dgm:pt modelId="{FC0178FE-C013-469F-9FB3-D40E0D9D4989}" type="pres">
      <dgm:prSet presAssocID="{BA74559F-2472-4DB8-BE13-80A29144482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E5BCFFF-0F28-4D9C-9FD8-5ABE40F751DF}" type="pres">
      <dgm:prSet presAssocID="{BA74559F-2472-4DB8-BE13-80A291444822}" presName="spaceRect" presStyleCnt="0"/>
      <dgm:spPr/>
    </dgm:pt>
    <dgm:pt modelId="{D39B1565-F94E-446B-BFC9-D076270F5BF4}" type="pres">
      <dgm:prSet presAssocID="{BA74559F-2472-4DB8-BE13-80A291444822}" presName="parTx" presStyleLbl="revTx" presStyleIdx="0" presStyleCnt="5">
        <dgm:presLayoutVars>
          <dgm:chMax val="0"/>
          <dgm:chPref val="0"/>
        </dgm:presLayoutVars>
      </dgm:prSet>
      <dgm:spPr/>
    </dgm:pt>
    <dgm:pt modelId="{CE1D70E4-AD1F-4726-B6CA-9B516195BE98}" type="pres">
      <dgm:prSet presAssocID="{A9C61D9C-9D0D-44D4-B491-57294E8ED646}" presName="sibTrans" presStyleCnt="0"/>
      <dgm:spPr/>
    </dgm:pt>
    <dgm:pt modelId="{E5C58CA1-4205-44BC-ABA8-65529CFA3E57}" type="pres">
      <dgm:prSet presAssocID="{1ACA4E95-F8C9-4E08-A843-3DAA690073A3}" presName="compNode" presStyleCnt="0"/>
      <dgm:spPr/>
    </dgm:pt>
    <dgm:pt modelId="{AF4C8B91-2DE9-45E7-B2AC-A6CE5911EDF9}" type="pres">
      <dgm:prSet presAssocID="{1ACA4E95-F8C9-4E08-A843-3DAA690073A3}" presName="bgRect" presStyleLbl="bgShp" presStyleIdx="1" presStyleCnt="5"/>
      <dgm:spPr/>
    </dgm:pt>
    <dgm:pt modelId="{0AC49782-C0DA-4106-963C-C475180EA55E}" type="pres">
      <dgm:prSet presAssocID="{1ACA4E95-F8C9-4E08-A843-3DAA690073A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764134C-2343-41A8-9613-B5FE432ABF58}" type="pres">
      <dgm:prSet presAssocID="{1ACA4E95-F8C9-4E08-A843-3DAA690073A3}" presName="spaceRect" presStyleCnt="0"/>
      <dgm:spPr/>
    </dgm:pt>
    <dgm:pt modelId="{5FEA4CEE-98D9-4688-8DD5-0B598E650214}" type="pres">
      <dgm:prSet presAssocID="{1ACA4E95-F8C9-4E08-A843-3DAA690073A3}" presName="parTx" presStyleLbl="revTx" presStyleIdx="1" presStyleCnt="5">
        <dgm:presLayoutVars>
          <dgm:chMax val="0"/>
          <dgm:chPref val="0"/>
        </dgm:presLayoutVars>
      </dgm:prSet>
      <dgm:spPr/>
    </dgm:pt>
    <dgm:pt modelId="{ADB797A2-CB3E-4395-8057-0242F66D4BE6}" type="pres">
      <dgm:prSet presAssocID="{5F7733A1-A728-4FA5-9771-E13E6B3B81E5}" presName="sibTrans" presStyleCnt="0"/>
      <dgm:spPr/>
    </dgm:pt>
    <dgm:pt modelId="{80206196-8E7A-4D41-B441-41EF9BAC9F3A}" type="pres">
      <dgm:prSet presAssocID="{BC64287E-C9D9-49B4-AFF3-FA1E48A5F60D}" presName="compNode" presStyleCnt="0"/>
      <dgm:spPr/>
    </dgm:pt>
    <dgm:pt modelId="{1FB5B557-D327-46ED-9736-89EE9CBC4B9F}" type="pres">
      <dgm:prSet presAssocID="{BC64287E-C9D9-49B4-AFF3-FA1E48A5F60D}" presName="bgRect" presStyleLbl="bgShp" presStyleIdx="2" presStyleCnt="5"/>
      <dgm:spPr/>
    </dgm:pt>
    <dgm:pt modelId="{AD0EA7B2-3760-4997-9C4D-366BE6362813}" type="pres">
      <dgm:prSet presAssocID="{BC64287E-C9D9-49B4-AFF3-FA1E48A5F60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E693CE9-D91F-4126-9E0E-6DF78CBDAA79}" type="pres">
      <dgm:prSet presAssocID="{BC64287E-C9D9-49B4-AFF3-FA1E48A5F60D}" presName="spaceRect" presStyleCnt="0"/>
      <dgm:spPr/>
    </dgm:pt>
    <dgm:pt modelId="{270C015D-A5E0-4C21-920D-9FB78EBE6134}" type="pres">
      <dgm:prSet presAssocID="{BC64287E-C9D9-49B4-AFF3-FA1E48A5F60D}" presName="parTx" presStyleLbl="revTx" presStyleIdx="2" presStyleCnt="5">
        <dgm:presLayoutVars>
          <dgm:chMax val="0"/>
          <dgm:chPref val="0"/>
        </dgm:presLayoutVars>
      </dgm:prSet>
      <dgm:spPr/>
    </dgm:pt>
    <dgm:pt modelId="{1EF881A2-CC71-486A-946F-3A72D0FB61C3}" type="pres">
      <dgm:prSet presAssocID="{F0A80EB5-707E-495C-849B-6BE12604DE5A}" presName="sibTrans" presStyleCnt="0"/>
      <dgm:spPr/>
    </dgm:pt>
    <dgm:pt modelId="{02EEA79D-D6FF-403E-8AD1-69725E54322D}" type="pres">
      <dgm:prSet presAssocID="{66587B28-6327-4CAB-8A7C-677C8F23D410}" presName="compNode" presStyleCnt="0"/>
      <dgm:spPr/>
    </dgm:pt>
    <dgm:pt modelId="{6D39A38C-B335-4410-A85B-007CB53FB245}" type="pres">
      <dgm:prSet presAssocID="{66587B28-6327-4CAB-8A7C-677C8F23D410}" presName="bgRect" presStyleLbl="bgShp" presStyleIdx="3" presStyleCnt="5"/>
      <dgm:spPr/>
    </dgm:pt>
    <dgm:pt modelId="{A18324A7-1172-40A9-8757-C4C36E37A82D}" type="pres">
      <dgm:prSet presAssocID="{66587B28-6327-4CAB-8A7C-677C8F23D41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323F7777-0F85-4157-951A-BCA97CB9F91A}" type="pres">
      <dgm:prSet presAssocID="{66587B28-6327-4CAB-8A7C-677C8F23D410}" presName="spaceRect" presStyleCnt="0"/>
      <dgm:spPr/>
    </dgm:pt>
    <dgm:pt modelId="{86C19CF0-BC0F-4F26-9903-DA20F9652D82}" type="pres">
      <dgm:prSet presAssocID="{66587B28-6327-4CAB-8A7C-677C8F23D410}" presName="parTx" presStyleLbl="revTx" presStyleIdx="3" presStyleCnt="5">
        <dgm:presLayoutVars>
          <dgm:chMax val="0"/>
          <dgm:chPref val="0"/>
        </dgm:presLayoutVars>
      </dgm:prSet>
      <dgm:spPr/>
    </dgm:pt>
    <dgm:pt modelId="{789CCADB-36CA-4A62-85C3-97718338182C}" type="pres">
      <dgm:prSet presAssocID="{2FE329BB-F553-48BD-919C-DDFD7CC87417}" presName="sibTrans" presStyleCnt="0"/>
      <dgm:spPr/>
    </dgm:pt>
    <dgm:pt modelId="{079D118C-6113-4EBD-9B0C-3A45FDA170B4}" type="pres">
      <dgm:prSet presAssocID="{AF6C8810-CC8D-4B68-B5AC-6E46CA9FE344}" presName="compNode" presStyleCnt="0"/>
      <dgm:spPr/>
    </dgm:pt>
    <dgm:pt modelId="{DD25C73C-EC52-4390-93A7-A02AD3AA9132}" type="pres">
      <dgm:prSet presAssocID="{AF6C8810-CC8D-4B68-B5AC-6E46CA9FE344}" presName="bgRect" presStyleLbl="bgShp" presStyleIdx="4" presStyleCnt="5"/>
      <dgm:spPr/>
    </dgm:pt>
    <dgm:pt modelId="{869DD9EF-781C-48ED-AC66-E82078AA9CDC}" type="pres">
      <dgm:prSet presAssocID="{AF6C8810-CC8D-4B68-B5AC-6E46CA9FE34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D4FB0FC-1510-424B-9423-AF0C0FE2F6A6}" type="pres">
      <dgm:prSet presAssocID="{AF6C8810-CC8D-4B68-B5AC-6E46CA9FE344}" presName="spaceRect" presStyleCnt="0"/>
      <dgm:spPr/>
    </dgm:pt>
    <dgm:pt modelId="{FB6613D5-7089-4259-B0AF-F9793901095E}" type="pres">
      <dgm:prSet presAssocID="{AF6C8810-CC8D-4B68-B5AC-6E46CA9FE34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F3E6123-7AB6-4A23-92B8-622A6CF650D8}" type="presOf" srcId="{BC64287E-C9D9-49B4-AFF3-FA1E48A5F60D}" destId="{270C015D-A5E0-4C21-920D-9FB78EBE6134}" srcOrd="0" destOrd="0" presId="urn:microsoft.com/office/officeart/2018/2/layout/IconVerticalSolidList"/>
    <dgm:cxn modelId="{C3B46C61-7CC3-4DFA-9FD2-FB900B23B93E}" type="presOf" srcId="{BA74559F-2472-4DB8-BE13-80A291444822}" destId="{D39B1565-F94E-446B-BFC9-D076270F5BF4}" srcOrd="0" destOrd="0" presId="urn:microsoft.com/office/officeart/2018/2/layout/IconVerticalSolidList"/>
    <dgm:cxn modelId="{405CF881-1195-4B6C-82C9-CEAEF4205FFD}" srcId="{D104C09D-0F8A-4943-BF91-0636301E694B}" destId="{BC64287E-C9D9-49B4-AFF3-FA1E48A5F60D}" srcOrd="2" destOrd="0" parTransId="{92887BF8-BF93-41BA-9242-79E93E0C1AE0}" sibTransId="{F0A80EB5-707E-495C-849B-6BE12604DE5A}"/>
    <dgm:cxn modelId="{D30B449A-AEF1-4A42-B08A-9A8D7DABD1EE}" srcId="{D104C09D-0F8A-4943-BF91-0636301E694B}" destId="{66587B28-6327-4CAB-8A7C-677C8F23D410}" srcOrd="3" destOrd="0" parTransId="{10ACF613-C472-46DF-BCE8-93AD716B7F20}" sibTransId="{2FE329BB-F553-48BD-919C-DDFD7CC87417}"/>
    <dgm:cxn modelId="{0F027A9E-08F7-4C03-B4A8-3BCA41F9BB0F}" type="presOf" srcId="{1ACA4E95-F8C9-4E08-A843-3DAA690073A3}" destId="{5FEA4CEE-98D9-4688-8DD5-0B598E650214}" srcOrd="0" destOrd="0" presId="urn:microsoft.com/office/officeart/2018/2/layout/IconVerticalSolidList"/>
    <dgm:cxn modelId="{FCBEC0A2-9C52-4C55-99FF-B9975EE1E1C6}" srcId="{D104C09D-0F8A-4943-BF91-0636301E694B}" destId="{BA74559F-2472-4DB8-BE13-80A291444822}" srcOrd="0" destOrd="0" parTransId="{C686DDA2-2D73-4DA7-8D91-2E4EE1064865}" sibTransId="{A9C61D9C-9D0D-44D4-B491-57294E8ED646}"/>
    <dgm:cxn modelId="{A12C32B8-2AB9-4DC4-BDC6-1CBE9F76B927}" srcId="{D104C09D-0F8A-4943-BF91-0636301E694B}" destId="{AF6C8810-CC8D-4B68-B5AC-6E46CA9FE344}" srcOrd="4" destOrd="0" parTransId="{7160D446-3EA1-4642-A104-A3AB1CEF444D}" sibTransId="{2E42D622-8C55-48BF-8F1E-35811CF5E5CB}"/>
    <dgm:cxn modelId="{38D881B9-BF47-4C19-ACA6-C342F2504E5E}" type="presOf" srcId="{AF6C8810-CC8D-4B68-B5AC-6E46CA9FE344}" destId="{FB6613D5-7089-4259-B0AF-F9793901095E}" srcOrd="0" destOrd="0" presId="urn:microsoft.com/office/officeart/2018/2/layout/IconVerticalSolidList"/>
    <dgm:cxn modelId="{714D6ABA-479D-44D5-9121-5C6AD2B728DD}" type="presOf" srcId="{66587B28-6327-4CAB-8A7C-677C8F23D410}" destId="{86C19CF0-BC0F-4F26-9903-DA20F9652D82}" srcOrd="0" destOrd="0" presId="urn:microsoft.com/office/officeart/2018/2/layout/IconVerticalSolidList"/>
    <dgm:cxn modelId="{887F43BF-639A-4C6E-AEA8-165A2E155F89}" type="presOf" srcId="{D104C09D-0F8A-4943-BF91-0636301E694B}" destId="{C9CFB38B-3D26-4194-B81A-B3D5202C53A6}" srcOrd="0" destOrd="0" presId="urn:microsoft.com/office/officeart/2018/2/layout/IconVerticalSolidList"/>
    <dgm:cxn modelId="{FF0CBCEC-D10D-4903-8A1D-CB503AA174FC}" srcId="{D104C09D-0F8A-4943-BF91-0636301E694B}" destId="{1ACA4E95-F8C9-4E08-A843-3DAA690073A3}" srcOrd="1" destOrd="0" parTransId="{498E58BB-A7CD-46AE-B37B-AD79AF2A923D}" sibTransId="{5F7733A1-A728-4FA5-9771-E13E6B3B81E5}"/>
    <dgm:cxn modelId="{51FE9063-E687-4A2F-B8EE-2170208857B4}" type="presParOf" srcId="{C9CFB38B-3D26-4194-B81A-B3D5202C53A6}" destId="{61AB8B7D-4567-439F-9939-A6051DC8FC05}" srcOrd="0" destOrd="0" presId="urn:microsoft.com/office/officeart/2018/2/layout/IconVerticalSolidList"/>
    <dgm:cxn modelId="{70811F08-E3BA-45DF-A841-DEF7F9357462}" type="presParOf" srcId="{61AB8B7D-4567-439F-9939-A6051DC8FC05}" destId="{5D8707BE-1131-4616-BE85-F9C6CCA188A5}" srcOrd="0" destOrd="0" presId="urn:microsoft.com/office/officeart/2018/2/layout/IconVerticalSolidList"/>
    <dgm:cxn modelId="{F718F6DA-C070-4C70-80B1-5AA8C2C8749C}" type="presParOf" srcId="{61AB8B7D-4567-439F-9939-A6051DC8FC05}" destId="{FC0178FE-C013-469F-9FB3-D40E0D9D4989}" srcOrd="1" destOrd="0" presId="urn:microsoft.com/office/officeart/2018/2/layout/IconVerticalSolidList"/>
    <dgm:cxn modelId="{24AE83A6-EA4B-43E2-9A4B-474222C5407E}" type="presParOf" srcId="{61AB8B7D-4567-439F-9939-A6051DC8FC05}" destId="{4E5BCFFF-0F28-4D9C-9FD8-5ABE40F751DF}" srcOrd="2" destOrd="0" presId="urn:microsoft.com/office/officeart/2018/2/layout/IconVerticalSolidList"/>
    <dgm:cxn modelId="{7B21BA31-337D-41DD-8CBB-52DFF65A006C}" type="presParOf" srcId="{61AB8B7D-4567-439F-9939-A6051DC8FC05}" destId="{D39B1565-F94E-446B-BFC9-D076270F5BF4}" srcOrd="3" destOrd="0" presId="urn:microsoft.com/office/officeart/2018/2/layout/IconVerticalSolidList"/>
    <dgm:cxn modelId="{E1136250-AB7C-44F8-A7F5-CE0C2FB508A3}" type="presParOf" srcId="{C9CFB38B-3D26-4194-B81A-B3D5202C53A6}" destId="{CE1D70E4-AD1F-4726-B6CA-9B516195BE98}" srcOrd="1" destOrd="0" presId="urn:microsoft.com/office/officeart/2018/2/layout/IconVerticalSolidList"/>
    <dgm:cxn modelId="{F7A5DF92-B0CA-45F7-8889-A3ED66EAF9C7}" type="presParOf" srcId="{C9CFB38B-3D26-4194-B81A-B3D5202C53A6}" destId="{E5C58CA1-4205-44BC-ABA8-65529CFA3E57}" srcOrd="2" destOrd="0" presId="urn:microsoft.com/office/officeart/2018/2/layout/IconVerticalSolidList"/>
    <dgm:cxn modelId="{1E96A0F8-620B-431C-9CD9-E06E74B5F9C4}" type="presParOf" srcId="{E5C58CA1-4205-44BC-ABA8-65529CFA3E57}" destId="{AF4C8B91-2DE9-45E7-B2AC-A6CE5911EDF9}" srcOrd="0" destOrd="0" presId="urn:microsoft.com/office/officeart/2018/2/layout/IconVerticalSolidList"/>
    <dgm:cxn modelId="{63006F80-DF9E-4B6F-8EA8-51B008557943}" type="presParOf" srcId="{E5C58CA1-4205-44BC-ABA8-65529CFA3E57}" destId="{0AC49782-C0DA-4106-963C-C475180EA55E}" srcOrd="1" destOrd="0" presId="urn:microsoft.com/office/officeart/2018/2/layout/IconVerticalSolidList"/>
    <dgm:cxn modelId="{1106446F-F54A-45A1-8FE1-DDB3AC0B60A0}" type="presParOf" srcId="{E5C58CA1-4205-44BC-ABA8-65529CFA3E57}" destId="{C764134C-2343-41A8-9613-B5FE432ABF58}" srcOrd="2" destOrd="0" presId="urn:microsoft.com/office/officeart/2018/2/layout/IconVerticalSolidList"/>
    <dgm:cxn modelId="{D3681E51-B26A-495B-9DF0-E5E41095D1B2}" type="presParOf" srcId="{E5C58CA1-4205-44BC-ABA8-65529CFA3E57}" destId="{5FEA4CEE-98D9-4688-8DD5-0B598E650214}" srcOrd="3" destOrd="0" presId="urn:microsoft.com/office/officeart/2018/2/layout/IconVerticalSolidList"/>
    <dgm:cxn modelId="{D3B9CA03-30C5-4EBB-9964-4189980F6A32}" type="presParOf" srcId="{C9CFB38B-3D26-4194-B81A-B3D5202C53A6}" destId="{ADB797A2-CB3E-4395-8057-0242F66D4BE6}" srcOrd="3" destOrd="0" presId="urn:microsoft.com/office/officeart/2018/2/layout/IconVerticalSolidList"/>
    <dgm:cxn modelId="{55FC6FB4-8AEE-4EAA-9CCA-1B4969ACE17D}" type="presParOf" srcId="{C9CFB38B-3D26-4194-B81A-B3D5202C53A6}" destId="{80206196-8E7A-4D41-B441-41EF9BAC9F3A}" srcOrd="4" destOrd="0" presId="urn:microsoft.com/office/officeart/2018/2/layout/IconVerticalSolidList"/>
    <dgm:cxn modelId="{F2F05BD8-D4FE-40EF-B9A8-5C9793749A21}" type="presParOf" srcId="{80206196-8E7A-4D41-B441-41EF9BAC9F3A}" destId="{1FB5B557-D327-46ED-9736-89EE9CBC4B9F}" srcOrd="0" destOrd="0" presId="urn:microsoft.com/office/officeart/2018/2/layout/IconVerticalSolidList"/>
    <dgm:cxn modelId="{30A0CC76-641C-4EBD-BA82-DB23FEDE65DF}" type="presParOf" srcId="{80206196-8E7A-4D41-B441-41EF9BAC9F3A}" destId="{AD0EA7B2-3760-4997-9C4D-366BE6362813}" srcOrd="1" destOrd="0" presId="urn:microsoft.com/office/officeart/2018/2/layout/IconVerticalSolidList"/>
    <dgm:cxn modelId="{E1B28AE8-822C-4170-B187-DE1058BD0C6E}" type="presParOf" srcId="{80206196-8E7A-4D41-B441-41EF9BAC9F3A}" destId="{DE693CE9-D91F-4126-9E0E-6DF78CBDAA79}" srcOrd="2" destOrd="0" presId="urn:microsoft.com/office/officeart/2018/2/layout/IconVerticalSolidList"/>
    <dgm:cxn modelId="{9A4B34EF-72C7-4D5B-9285-FFEDFCF3348C}" type="presParOf" srcId="{80206196-8E7A-4D41-B441-41EF9BAC9F3A}" destId="{270C015D-A5E0-4C21-920D-9FB78EBE6134}" srcOrd="3" destOrd="0" presId="urn:microsoft.com/office/officeart/2018/2/layout/IconVerticalSolidList"/>
    <dgm:cxn modelId="{B4C7F5D3-D9C8-4C4D-8247-E92220D79CF9}" type="presParOf" srcId="{C9CFB38B-3D26-4194-B81A-B3D5202C53A6}" destId="{1EF881A2-CC71-486A-946F-3A72D0FB61C3}" srcOrd="5" destOrd="0" presId="urn:microsoft.com/office/officeart/2018/2/layout/IconVerticalSolidList"/>
    <dgm:cxn modelId="{BFFEABCA-4B2C-429C-9ED4-E46E4A2CCA5B}" type="presParOf" srcId="{C9CFB38B-3D26-4194-B81A-B3D5202C53A6}" destId="{02EEA79D-D6FF-403E-8AD1-69725E54322D}" srcOrd="6" destOrd="0" presId="urn:microsoft.com/office/officeart/2018/2/layout/IconVerticalSolidList"/>
    <dgm:cxn modelId="{8283DC6B-E972-45C9-A1E8-D4FD9660E4D2}" type="presParOf" srcId="{02EEA79D-D6FF-403E-8AD1-69725E54322D}" destId="{6D39A38C-B335-4410-A85B-007CB53FB245}" srcOrd="0" destOrd="0" presId="urn:microsoft.com/office/officeart/2018/2/layout/IconVerticalSolidList"/>
    <dgm:cxn modelId="{7E257C34-D4F9-4447-B770-05D0285AC830}" type="presParOf" srcId="{02EEA79D-D6FF-403E-8AD1-69725E54322D}" destId="{A18324A7-1172-40A9-8757-C4C36E37A82D}" srcOrd="1" destOrd="0" presId="urn:microsoft.com/office/officeart/2018/2/layout/IconVerticalSolidList"/>
    <dgm:cxn modelId="{756B7BBA-B847-412B-AB18-A8F163C69601}" type="presParOf" srcId="{02EEA79D-D6FF-403E-8AD1-69725E54322D}" destId="{323F7777-0F85-4157-951A-BCA97CB9F91A}" srcOrd="2" destOrd="0" presId="urn:microsoft.com/office/officeart/2018/2/layout/IconVerticalSolidList"/>
    <dgm:cxn modelId="{A774B2DD-C25D-4484-A1EF-8244CEE10F08}" type="presParOf" srcId="{02EEA79D-D6FF-403E-8AD1-69725E54322D}" destId="{86C19CF0-BC0F-4F26-9903-DA20F9652D82}" srcOrd="3" destOrd="0" presId="urn:microsoft.com/office/officeart/2018/2/layout/IconVerticalSolidList"/>
    <dgm:cxn modelId="{F85A5AA3-9723-4FA7-B187-057C09B09F60}" type="presParOf" srcId="{C9CFB38B-3D26-4194-B81A-B3D5202C53A6}" destId="{789CCADB-36CA-4A62-85C3-97718338182C}" srcOrd="7" destOrd="0" presId="urn:microsoft.com/office/officeart/2018/2/layout/IconVerticalSolidList"/>
    <dgm:cxn modelId="{EB4DAA49-235C-4B1D-B2D4-E9B1F3A74946}" type="presParOf" srcId="{C9CFB38B-3D26-4194-B81A-B3D5202C53A6}" destId="{079D118C-6113-4EBD-9B0C-3A45FDA170B4}" srcOrd="8" destOrd="0" presId="urn:microsoft.com/office/officeart/2018/2/layout/IconVerticalSolidList"/>
    <dgm:cxn modelId="{5CFF8536-B478-4DE0-AC72-0A6F2F7B1620}" type="presParOf" srcId="{079D118C-6113-4EBD-9B0C-3A45FDA170B4}" destId="{DD25C73C-EC52-4390-93A7-A02AD3AA9132}" srcOrd="0" destOrd="0" presId="urn:microsoft.com/office/officeart/2018/2/layout/IconVerticalSolidList"/>
    <dgm:cxn modelId="{C246D471-7C6F-4816-B099-F7AE67E20981}" type="presParOf" srcId="{079D118C-6113-4EBD-9B0C-3A45FDA170B4}" destId="{869DD9EF-781C-48ED-AC66-E82078AA9CDC}" srcOrd="1" destOrd="0" presId="urn:microsoft.com/office/officeart/2018/2/layout/IconVerticalSolidList"/>
    <dgm:cxn modelId="{050FD343-653D-46C2-B45C-5B170C2CCA5B}" type="presParOf" srcId="{079D118C-6113-4EBD-9B0C-3A45FDA170B4}" destId="{0D4FB0FC-1510-424B-9423-AF0C0FE2F6A6}" srcOrd="2" destOrd="0" presId="urn:microsoft.com/office/officeart/2018/2/layout/IconVerticalSolidList"/>
    <dgm:cxn modelId="{BD1CC61E-FACC-41C7-AD58-E8D773D0F91E}" type="presParOf" srcId="{079D118C-6113-4EBD-9B0C-3A45FDA170B4}" destId="{FB6613D5-7089-4259-B0AF-F9793901095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91D7F1-3262-AF4A-8B15-FE031D1B9B7A}">
      <dsp:nvSpPr>
        <dsp:cNvPr id="0" name=""/>
        <dsp:cNvSpPr/>
      </dsp:nvSpPr>
      <dsp:spPr>
        <a:xfrm>
          <a:off x="2538374" y="2089"/>
          <a:ext cx="2855670" cy="10051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Data Source ingested using ETL scripts (Extract, Transform, Load)</a:t>
          </a:r>
        </a:p>
      </dsp:txBody>
      <dsp:txXfrm>
        <a:off x="2587440" y="51155"/>
        <a:ext cx="2757538" cy="906997"/>
      </dsp:txXfrm>
    </dsp:sp>
    <dsp:sp modelId="{197A95A8-F124-2745-BFCD-AF5CF480DBB4}">
      <dsp:nvSpPr>
        <dsp:cNvPr id="0" name=""/>
        <dsp:cNvSpPr/>
      </dsp:nvSpPr>
      <dsp:spPr>
        <a:xfrm>
          <a:off x="2538374" y="1057476"/>
          <a:ext cx="2855670" cy="100512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Redis acts as a high-speed caching layer for rapid data retrieval</a:t>
          </a:r>
        </a:p>
      </dsp:txBody>
      <dsp:txXfrm>
        <a:off x="2587440" y="1106542"/>
        <a:ext cx="2757538" cy="906997"/>
      </dsp:txXfrm>
    </dsp:sp>
    <dsp:sp modelId="{28F29149-B5D0-C746-BC56-D3BA77848387}">
      <dsp:nvSpPr>
        <dsp:cNvPr id="0" name=""/>
        <dsp:cNvSpPr/>
      </dsp:nvSpPr>
      <dsp:spPr>
        <a:xfrm>
          <a:off x="2538374" y="2112862"/>
          <a:ext cx="2855670" cy="100512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MongoDB Data Lake stores processed and historical data</a:t>
          </a:r>
        </a:p>
      </dsp:txBody>
      <dsp:txXfrm>
        <a:off x="2587440" y="2161928"/>
        <a:ext cx="2757538" cy="906997"/>
      </dsp:txXfrm>
    </dsp:sp>
    <dsp:sp modelId="{B8360A81-1152-3B4C-9731-0F08A4AF0267}">
      <dsp:nvSpPr>
        <dsp:cNvPr id="0" name=""/>
        <dsp:cNvSpPr/>
      </dsp:nvSpPr>
      <dsp:spPr>
        <a:xfrm>
          <a:off x="2538374" y="3168248"/>
          <a:ext cx="2855670" cy="100512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Dashboard tools connect for analytics and visualization</a:t>
          </a:r>
        </a:p>
      </dsp:txBody>
      <dsp:txXfrm>
        <a:off x="2587440" y="3217314"/>
        <a:ext cx="2757538" cy="9069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8707BE-1131-4616-BE85-F9C6CCA188A5}">
      <dsp:nvSpPr>
        <dsp:cNvPr id="0" name=""/>
        <dsp:cNvSpPr/>
      </dsp:nvSpPr>
      <dsp:spPr>
        <a:xfrm>
          <a:off x="0" y="4131"/>
          <a:ext cx="4366325" cy="8799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0178FE-C013-469F-9FB3-D40E0D9D4989}">
      <dsp:nvSpPr>
        <dsp:cNvPr id="0" name=""/>
        <dsp:cNvSpPr/>
      </dsp:nvSpPr>
      <dsp:spPr>
        <a:xfrm>
          <a:off x="266181" y="202117"/>
          <a:ext cx="483966" cy="4839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B1565-F94E-446B-BFC9-D076270F5BF4}">
      <dsp:nvSpPr>
        <dsp:cNvPr id="0" name=""/>
        <dsp:cNvSpPr/>
      </dsp:nvSpPr>
      <dsp:spPr>
        <a:xfrm>
          <a:off x="1016329" y="4131"/>
          <a:ext cx="3349995" cy="879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127" tIns="93127" rIns="93127" bIns="9312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Redis significantly improved query response times and scalability.</a:t>
          </a:r>
        </a:p>
      </dsp:txBody>
      <dsp:txXfrm>
        <a:off x="1016329" y="4131"/>
        <a:ext cx="3349995" cy="879939"/>
      </dsp:txXfrm>
    </dsp:sp>
    <dsp:sp modelId="{AF4C8B91-2DE9-45E7-B2AC-A6CE5911EDF9}">
      <dsp:nvSpPr>
        <dsp:cNvPr id="0" name=""/>
        <dsp:cNvSpPr/>
      </dsp:nvSpPr>
      <dsp:spPr>
        <a:xfrm>
          <a:off x="0" y="1104055"/>
          <a:ext cx="4366325" cy="8799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C49782-C0DA-4106-963C-C475180EA55E}">
      <dsp:nvSpPr>
        <dsp:cNvPr id="0" name=""/>
        <dsp:cNvSpPr/>
      </dsp:nvSpPr>
      <dsp:spPr>
        <a:xfrm>
          <a:off x="266181" y="1302041"/>
          <a:ext cx="483966" cy="4839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EA4CEE-98D9-4688-8DD5-0B598E650214}">
      <dsp:nvSpPr>
        <dsp:cNvPr id="0" name=""/>
        <dsp:cNvSpPr/>
      </dsp:nvSpPr>
      <dsp:spPr>
        <a:xfrm>
          <a:off x="1016329" y="1104055"/>
          <a:ext cx="3349995" cy="879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127" tIns="93127" rIns="93127" bIns="9312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MongoDB’s flexible schema allowed integration of diverse data sources.</a:t>
          </a:r>
        </a:p>
      </dsp:txBody>
      <dsp:txXfrm>
        <a:off x="1016329" y="1104055"/>
        <a:ext cx="3349995" cy="879939"/>
      </dsp:txXfrm>
    </dsp:sp>
    <dsp:sp modelId="{1FB5B557-D327-46ED-9736-89EE9CBC4B9F}">
      <dsp:nvSpPr>
        <dsp:cNvPr id="0" name=""/>
        <dsp:cNvSpPr/>
      </dsp:nvSpPr>
      <dsp:spPr>
        <a:xfrm>
          <a:off x="0" y="2203979"/>
          <a:ext cx="4366325" cy="8799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0EA7B2-3760-4997-9C4D-366BE6362813}">
      <dsp:nvSpPr>
        <dsp:cNvPr id="0" name=""/>
        <dsp:cNvSpPr/>
      </dsp:nvSpPr>
      <dsp:spPr>
        <a:xfrm>
          <a:off x="266181" y="2401965"/>
          <a:ext cx="483966" cy="4839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0C015D-A5E0-4C21-920D-9FB78EBE6134}">
      <dsp:nvSpPr>
        <dsp:cNvPr id="0" name=""/>
        <dsp:cNvSpPr/>
      </dsp:nvSpPr>
      <dsp:spPr>
        <a:xfrm>
          <a:off x="1016329" y="2203979"/>
          <a:ext cx="3349995" cy="879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127" tIns="93127" rIns="93127" bIns="9312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ETL automation ensured consistent, reliable data ingestion.</a:t>
          </a:r>
        </a:p>
      </dsp:txBody>
      <dsp:txXfrm>
        <a:off x="1016329" y="2203979"/>
        <a:ext cx="3349995" cy="879939"/>
      </dsp:txXfrm>
    </dsp:sp>
    <dsp:sp modelId="{6D39A38C-B335-4410-A85B-007CB53FB245}">
      <dsp:nvSpPr>
        <dsp:cNvPr id="0" name=""/>
        <dsp:cNvSpPr/>
      </dsp:nvSpPr>
      <dsp:spPr>
        <a:xfrm>
          <a:off x="0" y="3303903"/>
          <a:ext cx="4366325" cy="8799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8324A7-1172-40A9-8757-C4C36E37A82D}">
      <dsp:nvSpPr>
        <dsp:cNvPr id="0" name=""/>
        <dsp:cNvSpPr/>
      </dsp:nvSpPr>
      <dsp:spPr>
        <a:xfrm>
          <a:off x="266181" y="3501889"/>
          <a:ext cx="483966" cy="4839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C19CF0-BC0F-4F26-9903-DA20F9652D82}">
      <dsp:nvSpPr>
        <dsp:cNvPr id="0" name=""/>
        <dsp:cNvSpPr/>
      </dsp:nvSpPr>
      <dsp:spPr>
        <a:xfrm>
          <a:off x="1016329" y="3303903"/>
          <a:ext cx="3349995" cy="879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127" tIns="93127" rIns="93127" bIns="9312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Monitoring Redis TTL and eviction policies was critical for accuracy.</a:t>
          </a:r>
        </a:p>
      </dsp:txBody>
      <dsp:txXfrm>
        <a:off x="1016329" y="3303903"/>
        <a:ext cx="3349995" cy="879939"/>
      </dsp:txXfrm>
    </dsp:sp>
    <dsp:sp modelId="{DD25C73C-EC52-4390-93A7-A02AD3AA9132}">
      <dsp:nvSpPr>
        <dsp:cNvPr id="0" name=""/>
        <dsp:cNvSpPr/>
      </dsp:nvSpPr>
      <dsp:spPr>
        <a:xfrm>
          <a:off x="0" y="4403827"/>
          <a:ext cx="4366325" cy="8799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9DD9EF-781C-48ED-AC66-E82078AA9CDC}">
      <dsp:nvSpPr>
        <dsp:cNvPr id="0" name=""/>
        <dsp:cNvSpPr/>
      </dsp:nvSpPr>
      <dsp:spPr>
        <a:xfrm>
          <a:off x="266181" y="4601813"/>
          <a:ext cx="483966" cy="48396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6613D5-7089-4259-B0AF-F9793901095E}">
      <dsp:nvSpPr>
        <dsp:cNvPr id="0" name=""/>
        <dsp:cNvSpPr/>
      </dsp:nvSpPr>
      <dsp:spPr>
        <a:xfrm>
          <a:off x="1016329" y="4403827"/>
          <a:ext cx="3349995" cy="879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127" tIns="93127" rIns="93127" bIns="9312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Streamlined analytics improved data-driven decision-making.</a:t>
          </a:r>
        </a:p>
      </dsp:txBody>
      <dsp:txXfrm>
        <a:off x="1016329" y="4403827"/>
        <a:ext cx="3349995" cy="8799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76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19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81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08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20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71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70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8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520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73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60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182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5B5504F5-A44D-4727-B62D-D306EE4C0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6853238"/>
            <a:chOff x="-417513" y="0"/>
            <a:chExt cx="12584114" cy="6853238"/>
          </a:xfrm>
        </p:grpSpPr>
        <p:sp>
          <p:nvSpPr>
            <p:cNvPr id="67" name="Freeform 5">
              <a:extLst>
                <a:ext uri="{FF2B5EF4-FFF2-40B4-BE49-F238E27FC236}">
                  <a16:creationId xmlns:a16="http://schemas.microsoft.com/office/drawing/2014/main" id="{42E83A18-C907-44D5-83DF-CFB1812545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">
              <a:extLst>
                <a:ext uri="{FF2B5EF4-FFF2-40B4-BE49-F238E27FC236}">
                  <a16:creationId xmlns:a16="http://schemas.microsoft.com/office/drawing/2014/main" id="{E845C857-E334-431F-9264-4BEF01228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7">
              <a:extLst>
                <a:ext uri="{FF2B5EF4-FFF2-40B4-BE49-F238E27FC236}">
                  <a16:creationId xmlns:a16="http://schemas.microsoft.com/office/drawing/2014/main" id="{426C9BD9-ECC0-4C60-87C1-D07F8F075A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8">
              <a:extLst>
                <a:ext uri="{FF2B5EF4-FFF2-40B4-BE49-F238E27FC236}">
                  <a16:creationId xmlns:a16="http://schemas.microsoft.com/office/drawing/2014/main" id="{7FBDFA8E-61C4-4F76-819E-308A16DEE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9">
              <a:extLst>
                <a:ext uri="{FF2B5EF4-FFF2-40B4-BE49-F238E27FC236}">
                  <a16:creationId xmlns:a16="http://schemas.microsoft.com/office/drawing/2014/main" id="{761F1C21-70B1-4D4E-831C-75DB8E7EA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10">
              <a:extLst>
                <a:ext uri="{FF2B5EF4-FFF2-40B4-BE49-F238E27FC236}">
                  <a16:creationId xmlns:a16="http://schemas.microsoft.com/office/drawing/2014/main" id="{FD6B914E-6122-42BE-91C5-72FA400D0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11">
              <a:extLst>
                <a:ext uri="{FF2B5EF4-FFF2-40B4-BE49-F238E27FC236}">
                  <a16:creationId xmlns:a16="http://schemas.microsoft.com/office/drawing/2014/main" id="{25950DE0-F9E4-4487-93B8-F6FDB00B2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12">
              <a:extLst>
                <a:ext uri="{FF2B5EF4-FFF2-40B4-BE49-F238E27FC236}">
                  <a16:creationId xmlns:a16="http://schemas.microsoft.com/office/drawing/2014/main" id="{319D2307-45E1-4592-8192-9C9102D4E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13">
              <a:extLst>
                <a:ext uri="{FF2B5EF4-FFF2-40B4-BE49-F238E27FC236}">
                  <a16:creationId xmlns:a16="http://schemas.microsoft.com/office/drawing/2014/main" id="{1A93A333-9537-4DEC-A527-7733E1096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4">
              <a:extLst>
                <a:ext uri="{FF2B5EF4-FFF2-40B4-BE49-F238E27FC236}">
                  <a16:creationId xmlns:a16="http://schemas.microsoft.com/office/drawing/2014/main" id="{76DEF779-F072-40FD-A3BF-84E3B8C6D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5">
              <a:extLst>
                <a:ext uri="{FF2B5EF4-FFF2-40B4-BE49-F238E27FC236}">
                  <a16:creationId xmlns:a16="http://schemas.microsoft.com/office/drawing/2014/main" id="{6861570E-EBF4-48B8-AB90-2A40B5228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6">
              <a:extLst>
                <a:ext uri="{FF2B5EF4-FFF2-40B4-BE49-F238E27FC236}">
                  <a16:creationId xmlns:a16="http://schemas.microsoft.com/office/drawing/2014/main" id="{68EF8EC2-E3C0-4C22-B1B8-6E30AC2445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7">
              <a:extLst>
                <a:ext uri="{FF2B5EF4-FFF2-40B4-BE49-F238E27FC236}">
                  <a16:creationId xmlns:a16="http://schemas.microsoft.com/office/drawing/2014/main" id="{AC3BE00B-705F-42C6-94CE-E89B1FA4E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8">
              <a:extLst>
                <a:ext uri="{FF2B5EF4-FFF2-40B4-BE49-F238E27FC236}">
                  <a16:creationId xmlns:a16="http://schemas.microsoft.com/office/drawing/2014/main" id="{F23249F0-6642-4CDD-B89B-7EC0C254A7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9">
              <a:extLst>
                <a:ext uri="{FF2B5EF4-FFF2-40B4-BE49-F238E27FC236}">
                  <a16:creationId xmlns:a16="http://schemas.microsoft.com/office/drawing/2014/main" id="{9E5173CD-2C19-40D0-B444-CF38FF2207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20">
              <a:extLst>
                <a:ext uri="{FF2B5EF4-FFF2-40B4-BE49-F238E27FC236}">
                  <a16:creationId xmlns:a16="http://schemas.microsoft.com/office/drawing/2014/main" id="{C46A9203-B0FB-426A-9F90-6953A96AE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21">
              <a:extLst>
                <a:ext uri="{FF2B5EF4-FFF2-40B4-BE49-F238E27FC236}">
                  <a16:creationId xmlns:a16="http://schemas.microsoft.com/office/drawing/2014/main" id="{F0B66C88-C270-4AE6-B12C-71CFC5F1ED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22">
              <a:extLst>
                <a:ext uri="{FF2B5EF4-FFF2-40B4-BE49-F238E27FC236}">
                  <a16:creationId xmlns:a16="http://schemas.microsoft.com/office/drawing/2014/main" id="{9113790B-9AB2-45C0-85DD-4E7303894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23">
              <a:extLst>
                <a:ext uri="{FF2B5EF4-FFF2-40B4-BE49-F238E27FC236}">
                  <a16:creationId xmlns:a16="http://schemas.microsoft.com/office/drawing/2014/main" id="{36488705-890C-4BDD-AC3C-9807F6A6E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4">
              <a:extLst>
                <a:ext uri="{FF2B5EF4-FFF2-40B4-BE49-F238E27FC236}">
                  <a16:creationId xmlns:a16="http://schemas.microsoft.com/office/drawing/2014/main" id="{CCF65277-1D63-4A4A-957E-9F12111D9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5">
              <a:extLst>
                <a:ext uri="{FF2B5EF4-FFF2-40B4-BE49-F238E27FC236}">
                  <a16:creationId xmlns:a16="http://schemas.microsoft.com/office/drawing/2014/main" id="{AD6DFDD0-50F6-498B-A4E6-DC6D9A795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2A5D777-C3C4-4D83-B4A3-0C83DBE1C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699589"/>
            <a:ext cx="2755857" cy="3470421"/>
            <a:chOff x="697883" y="1816768"/>
            <a:chExt cx="3674476" cy="3470421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80A9110-3349-42C1-8186-CB70C1FD4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1" name="Isosceles Triangle 22">
              <a:extLst>
                <a:ext uri="{FF2B5EF4-FFF2-40B4-BE49-F238E27FC236}">
                  <a16:creationId xmlns:a16="http://schemas.microsoft.com/office/drawing/2014/main" id="{4F5EDCDF-C218-4482-A13E-8CFB87D0D0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3EB8EB4B-9F73-4DB2-B849-B88E0435D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982413CC-69E6-4BDA-A88D-E4EF8F95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4F1F7357-8633-4CE7-BF80-475EE8A2F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6853238"/>
            <a:chOff x="-417513" y="0"/>
            <a:chExt cx="12584114" cy="6853238"/>
          </a:xfrm>
        </p:grpSpPr>
        <p:sp>
          <p:nvSpPr>
            <p:cNvPr id="97" name="Freeform 5">
              <a:extLst>
                <a:ext uri="{FF2B5EF4-FFF2-40B4-BE49-F238E27FC236}">
                  <a16:creationId xmlns:a16="http://schemas.microsoft.com/office/drawing/2014/main" id="{E402FE4E-C12D-497C-AF81-F08E4E02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6">
              <a:extLst>
                <a:ext uri="{FF2B5EF4-FFF2-40B4-BE49-F238E27FC236}">
                  <a16:creationId xmlns:a16="http://schemas.microsoft.com/office/drawing/2014/main" id="{59247B10-170D-4E62-849A-38FCB43C6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7">
              <a:extLst>
                <a:ext uri="{FF2B5EF4-FFF2-40B4-BE49-F238E27FC236}">
                  <a16:creationId xmlns:a16="http://schemas.microsoft.com/office/drawing/2014/main" id="{89A587A7-1BEF-45AA-9EFC-6558A8749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8">
              <a:extLst>
                <a:ext uri="{FF2B5EF4-FFF2-40B4-BE49-F238E27FC236}">
                  <a16:creationId xmlns:a16="http://schemas.microsoft.com/office/drawing/2014/main" id="{AC25B5A1-6EF7-44EC-A2F0-1EDC96A79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9">
              <a:extLst>
                <a:ext uri="{FF2B5EF4-FFF2-40B4-BE49-F238E27FC236}">
                  <a16:creationId xmlns:a16="http://schemas.microsoft.com/office/drawing/2014/main" id="{80B8582C-7E17-4115-9FF1-979C8405C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10">
              <a:extLst>
                <a:ext uri="{FF2B5EF4-FFF2-40B4-BE49-F238E27FC236}">
                  <a16:creationId xmlns:a16="http://schemas.microsoft.com/office/drawing/2014/main" id="{F6C4AB66-7A18-4E51-935B-237F4CA82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11">
              <a:extLst>
                <a:ext uri="{FF2B5EF4-FFF2-40B4-BE49-F238E27FC236}">
                  <a16:creationId xmlns:a16="http://schemas.microsoft.com/office/drawing/2014/main" id="{CDF12911-A240-4580-8788-0C49DB1FE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12">
              <a:extLst>
                <a:ext uri="{FF2B5EF4-FFF2-40B4-BE49-F238E27FC236}">
                  <a16:creationId xmlns:a16="http://schemas.microsoft.com/office/drawing/2014/main" id="{EAE0F5DE-442D-4F6C-B02C-2568ED195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13">
              <a:extLst>
                <a:ext uri="{FF2B5EF4-FFF2-40B4-BE49-F238E27FC236}">
                  <a16:creationId xmlns:a16="http://schemas.microsoft.com/office/drawing/2014/main" id="{4F24A002-AFDE-4034-85BE-CBF005AE9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14">
              <a:extLst>
                <a:ext uri="{FF2B5EF4-FFF2-40B4-BE49-F238E27FC236}">
                  <a16:creationId xmlns:a16="http://schemas.microsoft.com/office/drawing/2014/main" id="{36F0721E-B4B0-4A6C-A92C-F8DE92D3A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15">
              <a:extLst>
                <a:ext uri="{FF2B5EF4-FFF2-40B4-BE49-F238E27FC236}">
                  <a16:creationId xmlns:a16="http://schemas.microsoft.com/office/drawing/2014/main" id="{54D2DC98-69F8-4F2F-9D45-BDFFA5E2B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16">
              <a:extLst>
                <a:ext uri="{FF2B5EF4-FFF2-40B4-BE49-F238E27FC236}">
                  <a16:creationId xmlns:a16="http://schemas.microsoft.com/office/drawing/2014/main" id="{0A636E33-DC38-40B9-B941-037E5D860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17">
              <a:extLst>
                <a:ext uri="{FF2B5EF4-FFF2-40B4-BE49-F238E27FC236}">
                  <a16:creationId xmlns:a16="http://schemas.microsoft.com/office/drawing/2014/main" id="{03D30690-68C2-4AEC-9789-1495D97E1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18">
              <a:extLst>
                <a:ext uri="{FF2B5EF4-FFF2-40B4-BE49-F238E27FC236}">
                  <a16:creationId xmlns:a16="http://schemas.microsoft.com/office/drawing/2014/main" id="{1020B1B9-821B-49FB-BDC9-57DA08CB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19">
              <a:extLst>
                <a:ext uri="{FF2B5EF4-FFF2-40B4-BE49-F238E27FC236}">
                  <a16:creationId xmlns:a16="http://schemas.microsoft.com/office/drawing/2014/main" id="{720EDCE4-8B18-413F-989E-E79628E5A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20">
              <a:extLst>
                <a:ext uri="{FF2B5EF4-FFF2-40B4-BE49-F238E27FC236}">
                  <a16:creationId xmlns:a16="http://schemas.microsoft.com/office/drawing/2014/main" id="{8563351E-0DDD-4FC8-8D0C-1E446E3C1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21">
              <a:extLst>
                <a:ext uri="{FF2B5EF4-FFF2-40B4-BE49-F238E27FC236}">
                  <a16:creationId xmlns:a16="http://schemas.microsoft.com/office/drawing/2014/main" id="{15E8B705-64E7-4513-B3CB-BF46C357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22">
              <a:extLst>
                <a:ext uri="{FF2B5EF4-FFF2-40B4-BE49-F238E27FC236}">
                  <a16:creationId xmlns:a16="http://schemas.microsoft.com/office/drawing/2014/main" id="{30DAEE1C-EBB5-47F5-9E76-564FCFDBF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23">
              <a:extLst>
                <a:ext uri="{FF2B5EF4-FFF2-40B4-BE49-F238E27FC236}">
                  <a16:creationId xmlns:a16="http://schemas.microsoft.com/office/drawing/2014/main" id="{EDB255E9-A3E2-4098-99A1-FE38FAD15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24">
              <a:extLst>
                <a:ext uri="{FF2B5EF4-FFF2-40B4-BE49-F238E27FC236}">
                  <a16:creationId xmlns:a16="http://schemas.microsoft.com/office/drawing/2014/main" id="{D2507F2A-27AF-4833-8273-5FC9A9886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25">
              <a:extLst>
                <a:ext uri="{FF2B5EF4-FFF2-40B4-BE49-F238E27FC236}">
                  <a16:creationId xmlns:a16="http://schemas.microsoft.com/office/drawing/2014/main" id="{8DFB8904-0CB8-45AD-ABD2-F7A582365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465" y="798881"/>
            <a:ext cx="6505070" cy="1048945"/>
          </a:xfrm>
        </p:spPr>
        <p:txBody>
          <a:bodyPr vert="horz" lIns="228600" tIns="228600" rIns="228600" bIns="228600" rtlCol="0" anchor="ctr">
            <a:normAutofit/>
          </a:bodyPr>
          <a:lstStyle/>
          <a:p>
            <a:pPr defTabSz="914400"/>
            <a:r>
              <a:rPr lang="en-US" sz="2500" b="0" i="0" kern="1200" cap="none" spc="-15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Architecture &amp; ETL Data Flow (Redis → MongoDB)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54960DA2-C30D-64BB-E483-BC1CDD49A6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5179070"/>
              </p:ext>
            </p:extLst>
          </p:nvPr>
        </p:nvGraphicFramePr>
        <p:xfrm>
          <a:off x="605791" y="1990976"/>
          <a:ext cx="7932419" cy="417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B5504F5-A44D-4727-B62D-D306EE4C0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6853238"/>
            <a:chOff x="-417513" y="0"/>
            <a:chExt cx="12584114" cy="6853238"/>
          </a:xfrm>
        </p:grpSpPr>
        <p:sp>
          <p:nvSpPr>
            <p:cNvPr id="124" name="Freeform 5">
              <a:extLst>
                <a:ext uri="{FF2B5EF4-FFF2-40B4-BE49-F238E27FC236}">
                  <a16:creationId xmlns:a16="http://schemas.microsoft.com/office/drawing/2014/main" id="{42E83A18-C907-44D5-83DF-CFB1812545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6">
              <a:extLst>
                <a:ext uri="{FF2B5EF4-FFF2-40B4-BE49-F238E27FC236}">
                  <a16:creationId xmlns:a16="http://schemas.microsoft.com/office/drawing/2014/main" id="{E845C857-E334-431F-9264-4BEF01228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7">
              <a:extLst>
                <a:ext uri="{FF2B5EF4-FFF2-40B4-BE49-F238E27FC236}">
                  <a16:creationId xmlns:a16="http://schemas.microsoft.com/office/drawing/2014/main" id="{426C9BD9-ECC0-4C60-87C1-D07F8F075A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8">
              <a:extLst>
                <a:ext uri="{FF2B5EF4-FFF2-40B4-BE49-F238E27FC236}">
                  <a16:creationId xmlns:a16="http://schemas.microsoft.com/office/drawing/2014/main" id="{7FBDFA8E-61C4-4F76-819E-308A16DEE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9">
              <a:extLst>
                <a:ext uri="{FF2B5EF4-FFF2-40B4-BE49-F238E27FC236}">
                  <a16:creationId xmlns:a16="http://schemas.microsoft.com/office/drawing/2014/main" id="{761F1C21-70B1-4D4E-831C-75DB8E7EA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10">
              <a:extLst>
                <a:ext uri="{FF2B5EF4-FFF2-40B4-BE49-F238E27FC236}">
                  <a16:creationId xmlns:a16="http://schemas.microsoft.com/office/drawing/2014/main" id="{FD6B914E-6122-42BE-91C5-72FA400D0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11">
              <a:extLst>
                <a:ext uri="{FF2B5EF4-FFF2-40B4-BE49-F238E27FC236}">
                  <a16:creationId xmlns:a16="http://schemas.microsoft.com/office/drawing/2014/main" id="{25950DE0-F9E4-4487-93B8-F6FDB00B2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12">
              <a:extLst>
                <a:ext uri="{FF2B5EF4-FFF2-40B4-BE49-F238E27FC236}">
                  <a16:creationId xmlns:a16="http://schemas.microsoft.com/office/drawing/2014/main" id="{319D2307-45E1-4592-8192-9C9102D4E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13">
              <a:extLst>
                <a:ext uri="{FF2B5EF4-FFF2-40B4-BE49-F238E27FC236}">
                  <a16:creationId xmlns:a16="http://schemas.microsoft.com/office/drawing/2014/main" id="{1A93A333-9537-4DEC-A527-7733E1096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14">
              <a:extLst>
                <a:ext uri="{FF2B5EF4-FFF2-40B4-BE49-F238E27FC236}">
                  <a16:creationId xmlns:a16="http://schemas.microsoft.com/office/drawing/2014/main" id="{76DEF779-F072-40FD-A3BF-84E3B8C6D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15">
              <a:extLst>
                <a:ext uri="{FF2B5EF4-FFF2-40B4-BE49-F238E27FC236}">
                  <a16:creationId xmlns:a16="http://schemas.microsoft.com/office/drawing/2014/main" id="{6861570E-EBF4-48B8-AB90-2A40B5228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16">
              <a:extLst>
                <a:ext uri="{FF2B5EF4-FFF2-40B4-BE49-F238E27FC236}">
                  <a16:creationId xmlns:a16="http://schemas.microsoft.com/office/drawing/2014/main" id="{68EF8EC2-E3C0-4C22-B1B8-6E30AC2445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17">
              <a:extLst>
                <a:ext uri="{FF2B5EF4-FFF2-40B4-BE49-F238E27FC236}">
                  <a16:creationId xmlns:a16="http://schemas.microsoft.com/office/drawing/2014/main" id="{AC3BE00B-705F-42C6-94CE-E89B1FA4E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18">
              <a:extLst>
                <a:ext uri="{FF2B5EF4-FFF2-40B4-BE49-F238E27FC236}">
                  <a16:creationId xmlns:a16="http://schemas.microsoft.com/office/drawing/2014/main" id="{F23249F0-6642-4CDD-B89B-7EC0C254A7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19">
              <a:extLst>
                <a:ext uri="{FF2B5EF4-FFF2-40B4-BE49-F238E27FC236}">
                  <a16:creationId xmlns:a16="http://schemas.microsoft.com/office/drawing/2014/main" id="{9E5173CD-2C19-40D0-B444-CF38FF2207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20">
              <a:extLst>
                <a:ext uri="{FF2B5EF4-FFF2-40B4-BE49-F238E27FC236}">
                  <a16:creationId xmlns:a16="http://schemas.microsoft.com/office/drawing/2014/main" id="{C46A9203-B0FB-426A-9F90-6953A96AE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21">
              <a:extLst>
                <a:ext uri="{FF2B5EF4-FFF2-40B4-BE49-F238E27FC236}">
                  <a16:creationId xmlns:a16="http://schemas.microsoft.com/office/drawing/2014/main" id="{F0B66C88-C270-4AE6-B12C-71CFC5F1ED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22">
              <a:extLst>
                <a:ext uri="{FF2B5EF4-FFF2-40B4-BE49-F238E27FC236}">
                  <a16:creationId xmlns:a16="http://schemas.microsoft.com/office/drawing/2014/main" id="{9113790B-9AB2-45C0-85DD-4E7303894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23">
              <a:extLst>
                <a:ext uri="{FF2B5EF4-FFF2-40B4-BE49-F238E27FC236}">
                  <a16:creationId xmlns:a16="http://schemas.microsoft.com/office/drawing/2014/main" id="{36488705-890C-4BDD-AC3C-9807F6A6E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24">
              <a:extLst>
                <a:ext uri="{FF2B5EF4-FFF2-40B4-BE49-F238E27FC236}">
                  <a16:creationId xmlns:a16="http://schemas.microsoft.com/office/drawing/2014/main" id="{CCF65277-1D63-4A4A-957E-9F12111D9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25">
              <a:extLst>
                <a:ext uri="{FF2B5EF4-FFF2-40B4-BE49-F238E27FC236}">
                  <a16:creationId xmlns:a16="http://schemas.microsoft.com/office/drawing/2014/main" id="{AD6DFDD0-50F6-498B-A4E6-DC6D9A795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2A5D777-C3C4-4D83-B4A3-0C83DBE1C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699589"/>
            <a:ext cx="2755857" cy="3470421"/>
            <a:chOff x="697883" y="1816768"/>
            <a:chExt cx="3674476" cy="347042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580A9110-3349-42C1-8186-CB70C1FD4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7" name="Isosceles Triangle 22">
              <a:extLst>
                <a:ext uri="{FF2B5EF4-FFF2-40B4-BE49-F238E27FC236}">
                  <a16:creationId xmlns:a16="http://schemas.microsoft.com/office/drawing/2014/main" id="{4F5EDCDF-C218-4482-A13E-8CFB87D0D0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3EB8EB4B-9F73-4DB2-B849-B88E0435D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3" y="2349925"/>
            <a:ext cx="2624234" cy="2456442"/>
          </a:xfrm>
        </p:spPr>
        <p:txBody>
          <a:bodyPr vert="horz" lIns="228600" tIns="228600" rIns="228600" bIns="228600" rtlCol="0" anchor="ctr">
            <a:normAutofit/>
          </a:bodyPr>
          <a:lstStyle/>
          <a:p>
            <a:pPr defTabSz="914400"/>
            <a:r>
              <a:rPr lang="en-US" sz="2800" b="0" i="0" kern="1200" cap="none" spc="-150" dirty="0">
                <a:solidFill>
                  <a:srgbClr val="FFFEFF"/>
                </a:solidFill>
                <a:effectLst/>
                <a:latin typeface="+mj-lt"/>
                <a:ea typeface="+mj-ea"/>
                <a:cs typeface="+mj-cs"/>
              </a:rPr>
              <a:t>Lessons Learned from Extending Cached Database Pipeline</a:t>
            </a:r>
          </a:p>
        </p:txBody>
      </p:sp>
      <p:graphicFrame>
        <p:nvGraphicFramePr>
          <p:cNvPr id="149" name="TextBox 3">
            <a:extLst>
              <a:ext uri="{FF2B5EF4-FFF2-40B4-BE49-F238E27FC236}">
                <a16:creationId xmlns:a16="http://schemas.microsoft.com/office/drawing/2014/main" id="{76407D75-5ACE-7E9F-8DFA-0EEA6A916B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5972050"/>
              </p:ext>
            </p:extLst>
          </p:nvPr>
        </p:nvGraphicFramePr>
        <p:xfrm>
          <a:off x="4181167" y="803186"/>
          <a:ext cx="4366325" cy="52878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15E1AC81-83F2-45A8-9054-15570F4E2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6853238"/>
            <a:chOff x="-417513" y="0"/>
            <a:chExt cx="12584114" cy="6853238"/>
          </a:xfrm>
        </p:grpSpPr>
        <p:sp>
          <p:nvSpPr>
            <p:cNvPr id="70" name="Freeform 5">
              <a:extLst>
                <a:ext uri="{FF2B5EF4-FFF2-40B4-BE49-F238E27FC236}">
                  <a16:creationId xmlns:a16="http://schemas.microsoft.com/office/drawing/2014/main" id="{B15AA7C5-9BFE-4B90-A119-467AFACE9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6">
              <a:extLst>
                <a:ext uri="{FF2B5EF4-FFF2-40B4-BE49-F238E27FC236}">
                  <a16:creationId xmlns:a16="http://schemas.microsoft.com/office/drawing/2014/main" id="{944AB87D-35AF-4719-9940-5822E7702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7">
              <a:extLst>
                <a:ext uri="{FF2B5EF4-FFF2-40B4-BE49-F238E27FC236}">
                  <a16:creationId xmlns:a16="http://schemas.microsoft.com/office/drawing/2014/main" id="{E8B33BE3-7890-4628-9322-7EFBA3375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8">
              <a:extLst>
                <a:ext uri="{FF2B5EF4-FFF2-40B4-BE49-F238E27FC236}">
                  <a16:creationId xmlns:a16="http://schemas.microsoft.com/office/drawing/2014/main" id="{01AD3ECF-519E-45E2-99DA-F5C1B5071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9">
              <a:extLst>
                <a:ext uri="{FF2B5EF4-FFF2-40B4-BE49-F238E27FC236}">
                  <a16:creationId xmlns:a16="http://schemas.microsoft.com/office/drawing/2014/main" id="{C050E700-0FF1-4D25-B54C-84BA04FCD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10">
              <a:extLst>
                <a:ext uri="{FF2B5EF4-FFF2-40B4-BE49-F238E27FC236}">
                  <a16:creationId xmlns:a16="http://schemas.microsoft.com/office/drawing/2014/main" id="{720D9C11-F5C9-41B0-B2F2-EE20BC3D0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1">
              <a:extLst>
                <a:ext uri="{FF2B5EF4-FFF2-40B4-BE49-F238E27FC236}">
                  <a16:creationId xmlns:a16="http://schemas.microsoft.com/office/drawing/2014/main" id="{623A9DA0-857E-4CDE-80EA-F30F1CE55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2">
              <a:extLst>
                <a:ext uri="{FF2B5EF4-FFF2-40B4-BE49-F238E27FC236}">
                  <a16:creationId xmlns:a16="http://schemas.microsoft.com/office/drawing/2014/main" id="{C48B8F4C-2C83-46F6-AFCD-58166AEB18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3">
              <a:extLst>
                <a:ext uri="{FF2B5EF4-FFF2-40B4-BE49-F238E27FC236}">
                  <a16:creationId xmlns:a16="http://schemas.microsoft.com/office/drawing/2014/main" id="{234C3795-C44D-41A7-A8F6-891387A66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4">
              <a:extLst>
                <a:ext uri="{FF2B5EF4-FFF2-40B4-BE49-F238E27FC236}">
                  <a16:creationId xmlns:a16="http://schemas.microsoft.com/office/drawing/2014/main" id="{91CC36F4-5DFA-4954-B354-97B180E98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5">
              <a:extLst>
                <a:ext uri="{FF2B5EF4-FFF2-40B4-BE49-F238E27FC236}">
                  <a16:creationId xmlns:a16="http://schemas.microsoft.com/office/drawing/2014/main" id="{7087A08E-C024-457D-8F99-1F340CED6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6">
              <a:extLst>
                <a:ext uri="{FF2B5EF4-FFF2-40B4-BE49-F238E27FC236}">
                  <a16:creationId xmlns:a16="http://schemas.microsoft.com/office/drawing/2014/main" id="{61CFBC61-7F57-45D7-860E-BF51B0EDA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7">
              <a:extLst>
                <a:ext uri="{FF2B5EF4-FFF2-40B4-BE49-F238E27FC236}">
                  <a16:creationId xmlns:a16="http://schemas.microsoft.com/office/drawing/2014/main" id="{2591C3DB-4880-431E-BC3D-37F1378AC5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8">
              <a:extLst>
                <a:ext uri="{FF2B5EF4-FFF2-40B4-BE49-F238E27FC236}">
                  <a16:creationId xmlns:a16="http://schemas.microsoft.com/office/drawing/2014/main" id="{79557EFE-4199-4E24-8A13-1B9CC1715A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9">
              <a:extLst>
                <a:ext uri="{FF2B5EF4-FFF2-40B4-BE49-F238E27FC236}">
                  <a16:creationId xmlns:a16="http://schemas.microsoft.com/office/drawing/2014/main" id="{0B965615-6052-4907-A136-9CAD14604C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20">
              <a:extLst>
                <a:ext uri="{FF2B5EF4-FFF2-40B4-BE49-F238E27FC236}">
                  <a16:creationId xmlns:a16="http://schemas.microsoft.com/office/drawing/2014/main" id="{F788FFC4-205D-47C1-91E7-DD1A52E0A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1">
              <a:extLst>
                <a:ext uri="{FF2B5EF4-FFF2-40B4-BE49-F238E27FC236}">
                  <a16:creationId xmlns:a16="http://schemas.microsoft.com/office/drawing/2014/main" id="{462FADD6-C927-46ED-A6E6-273B35C2F1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2">
              <a:extLst>
                <a:ext uri="{FF2B5EF4-FFF2-40B4-BE49-F238E27FC236}">
                  <a16:creationId xmlns:a16="http://schemas.microsoft.com/office/drawing/2014/main" id="{AF64005E-134D-4444-9425-FB1C18898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3">
              <a:extLst>
                <a:ext uri="{FF2B5EF4-FFF2-40B4-BE49-F238E27FC236}">
                  <a16:creationId xmlns:a16="http://schemas.microsoft.com/office/drawing/2014/main" id="{E2565CA7-A8CB-463D-8D25-4F41235BC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4">
              <a:extLst>
                <a:ext uri="{FF2B5EF4-FFF2-40B4-BE49-F238E27FC236}">
                  <a16:creationId xmlns:a16="http://schemas.microsoft.com/office/drawing/2014/main" id="{41ABBFC0-4EEA-4634-A73B-945729D6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5">
              <a:extLst>
                <a:ext uri="{FF2B5EF4-FFF2-40B4-BE49-F238E27FC236}">
                  <a16:creationId xmlns:a16="http://schemas.microsoft.com/office/drawing/2014/main" id="{E422F11F-726A-4A93-9D1B-B1400B061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BF129BC-EA9E-4D20-898B-399F7727D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699589"/>
            <a:ext cx="2755857" cy="3470421"/>
            <a:chOff x="697883" y="1816768"/>
            <a:chExt cx="3674476" cy="3470421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CFF42BAE-3249-46C8-9108-A83C87206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94" name="Isosceles Triangle 22">
              <a:extLst>
                <a:ext uri="{FF2B5EF4-FFF2-40B4-BE49-F238E27FC236}">
                  <a16:creationId xmlns:a16="http://schemas.microsoft.com/office/drawing/2014/main" id="{4DDE2BA8-4174-4A99-BB09-0BA28F26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A893933-F7DD-4DA6-85C7-4CFF58741E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F3C5918A-1DC5-4CF3-AA27-00AA3088A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B786683A-6FD6-4BF7-B3B0-DC3976773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206091" y="-15796"/>
            <a:ext cx="5933937" cy="6889592"/>
          </a:xfrm>
          <a:custGeom>
            <a:avLst/>
            <a:gdLst>
              <a:gd name="connsiteX0" fmla="*/ 1144064 w 7911916"/>
              <a:gd name="connsiteY0" fmla="*/ 0 h 6889592"/>
              <a:gd name="connsiteX1" fmla="*/ 7911916 w 7911916"/>
              <a:gd name="connsiteY1" fmla="*/ 0 h 6889592"/>
              <a:gd name="connsiteX2" fmla="*/ 7911916 w 7911916"/>
              <a:gd name="connsiteY2" fmla="*/ 6889592 h 6889592"/>
              <a:gd name="connsiteX3" fmla="*/ 1282780 w 7911916"/>
              <a:gd name="connsiteY3" fmla="*/ 6889592 h 6889592"/>
              <a:gd name="connsiteX4" fmla="*/ 1021588 w 7911916"/>
              <a:gd name="connsiteY4" fmla="*/ 6461391 h 6889592"/>
              <a:gd name="connsiteX5" fmla="*/ 841264 w 7911916"/>
              <a:gd name="connsiteY5" fmla="*/ 370936 h 6889592"/>
              <a:gd name="connsiteX6" fmla="*/ 1119707 w 7911916"/>
              <a:gd name="connsiteY6" fmla="*/ 26053 h 6889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11916" h="6889592">
                <a:moveTo>
                  <a:pt x="1144064" y="0"/>
                </a:moveTo>
                <a:lnTo>
                  <a:pt x="7911916" y="0"/>
                </a:lnTo>
                <a:lnTo>
                  <a:pt x="7911916" y="6889592"/>
                </a:lnTo>
                <a:lnTo>
                  <a:pt x="1282780" y="6889592"/>
                </a:lnTo>
                <a:lnTo>
                  <a:pt x="1021588" y="6461391"/>
                </a:lnTo>
                <a:cubicBezTo>
                  <a:pt x="-73086" y="4533675"/>
                  <a:pt x="-509682" y="2192905"/>
                  <a:pt x="841264" y="370936"/>
                </a:cubicBezTo>
                <a:cubicBezTo>
                  <a:pt x="928899" y="253509"/>
                  <a:pt x="1021859" y="138477"/>
                  <a:pt x="1119707" y="26053"/>
                </a:cubicBezTo>
                <a:close/>
              </a:path>
            </a:pathLst>
          </a:custGeom>
          <a:noFill/>
          <a:ln w="9525" cap="flat">
            <a:solidFill>
              <a:schemeClr val="tx1">
                <a:alpha val="1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05169E50-59FB-4AEE-B61D-44A882A4C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687312" y="-6726"/>
            <a:ext cx="4448744" cy="6871452"/>
          </a:xfrm>
          <a:custGeom>
            <a:avLst/>
            <a:gdLst>
              <a:gd name="connsiteX0" fmla="*/ 2429503 w 5931659"/>
              <a:gd name="connsiteY0" fmla="*/ 0 h 6871452"/>
              <a:gd name="connsiteX1" fmla="*/ 5931659 w 5931659"/>
              <a:gd name="connsiteY1" fmla="*/ 0 h 6871452"/>
              <a:gd name="connsiteX2" fmla="*/ 5931659 w 5931659"/>
              <a:gd name="connsiteY2" fmla="*/ 6871452 h 6871452"/>
              <a:gd name="connsiteX3" fmla="*/ 1302090 w 5931659"/>
              <a:gd name="connsiteY3" fmla="*/ 6871452 h 6871452"/>
              <a:gd name="connsiteX4" fmla="*/ 1257860 w 5931659"/>
              <a:gd name="connsiteY4" fmla="*/ 6820098 h 6871452"/>
              <a:gd name="connsiteX5" fmla="*/ 456609 w 5931659"/>
              <a:gd name="connsiteY5" fmla="*/ 1965059 h 6871452"/>
              <a:gd name="connsiteX6" fmla="*/ 2356353 w 5931659"/>
              <a:gd name="connsiteY6" fmla="*/ 42030 h 6871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1659" h="6871452">
                <a:moveTo>
                  <a:pt x="2429503" y="0"/>
                </a:moveTo>
                <a:lnTo>
                  <a:pt x="5931659" y="0"/>
                </a:lnTo>
                <a:lnTo>
                  <a:pt x="5931659" y="6871452"/>
                </a:lnTo>
                <a:lnTo>
                  <a:pt x="1302090" y="6871452"/>
                </a:lnTo>
                <a:lnTo>
                  <a:pt x="1257860" y="6820098"/>
                </a:lnTo>
                <a:cubicBezTo>
                  <a:pt x="121068" y="5395213"/>
                  <a:pt x="-469022" y="3541076"/>
                  <a:pt x="456609" y="1965059"/>
                </a:cubicBezTo>
                <a:cubicBezTo>
                  <a:pt x="919425" y="1178905"/>
                  <a:pt x="1583566" y="524859"/>
                  <a:pt x="2356353" y="42030"/>
                </a:cubicBezTo>
                <a:close/>
              </a:path>
            </a:pathLst>
          </a:custGeom>
          <a:noFill/>
          <a:ln w="9525" cap="flat">
            <a:solidFill>
              <a:schemeClr val="tx1">
                <a:alpha val="1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117C30F0-5A38-4B60-B632-3AF7C2780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75146" y="-3116"/>
            <a:ext cx="5075230" cy="6864232"/>
          </a:xfrm>
          <a:custGeom>
            <a:avLst/>
            <a:gdLst>
              <a:gd name="connsiteX0" fmla="*/ 2135088 w 6766974"/>
              <a:gd name="connsiteY0" fmla="*/ 0 h 6864232"/>
              <a:gd name="connsiteX1" fmla="*/ 6766974 w 6766974"/>
              <a:gd name="connsiteY1" fmla="*/ 0 h 6864232"/>
              <a:gd name="connsiteX2" fmla="*/ 6766974 w 6766974"/>
              <a:gd name="connsiteY2" fmla="*/ 6864232 h 6864232"/>
              <a:gd name="connsiteX3" fmla="*/ 1128977 w 6766974"/>
              <a:gd name="connsiteY3" fmla="*/ 6864232 h 6864232"/>
              <a:gd name="connsiteX4" fmla="*/ 1004776 w 6766974"/>
              <a:gd name="connsiteY4" fmla="*/ 6687663 h 6864232"/>
              <a:gd name="connsiteX5" fmla="*/ 709736 w 6766974"/>
              <a:gd name="connsiteY5" fmla="*/ 1521351 h 6864232"/>
              <a:gd name="connsiteX6" fmla="*/ 1896284 w 6766974"/>
              <a:gd name="connsiteY6" fmla="*/ 197391 h 6864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66974" h="6864232">
                <a:moveTo>
                  <a:pt x="2135088" y="0"/>
                </a:moveTo>
                <a:lnTo>
                  <a:pt x="6766974" y="0"/>
                </a:lnTo>
                <a:lnTo>
                  <a:pt x="6766974" y="6864232"/>
                </a:lnTo>
                <a:lnTo>
                  <a:pt x="1128977" y="6864232"/>
                </a:lnTo>
                <a:lnTo>
                  <a:pt x="1004776" y="6687663"/>
                </a:lnTo>
                <a:cubicBezTo>
                  <a:pt x="-54053" y="5122098"/>
                  <a:pt x="-463081" y="3202457"/>
                  <a:pt x="709736" y="1521351"/>
                </a:cubicBezTo>
                <a:cubicBezTo>
                  <a:pt x="1045443" y="1039181"/>
                  <a:pt x="1446565" y="592246"/>
                  <a:pt x="1896284" y="197391"/>
                </a:cubicBezTo>
                <a:close/>
              </a:path>
            </a:pathLst>
          </a:custGeom>
          <a:noFill/>
          <a:ln w="9525" cap="flat">
            <a:solidFill>
              <a:schemeClr val="tx1">
                <a:alpha val="1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A200CBA5-3F2B-4AAC-9F86-99AFECC19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4852" y="0"/>
            <a:ext cx="3929148" cy="6858000"/>
          </a:xfrm>
          <a:custGeom>
            <a:avLst/>
            <a:gdLst>
              <a:gd name="connsiteX0" fmla="*/ 2829115 w 5238864"/>
              <a:gd name="connsiteY0" fmla="*/ 0 h 6864726"/>
              <a:gd name="connsiteX1" fmla="*/ 5238864 w 5238864"/>
              <a:gd name="connsiteY1" fmla="*/ 0 h 6864726"/>
              <a:gd name="connsiteX2" fmla="*/ 5238864 w 5238864"/>
              <a:gd name="connsiteY2" fmla="*/ 6864726 h 6864726"/>
              <a:gd name="connsiteX3" fmla="*/ 1518091 w 5238864"/>
              <a:gd name="connsiteY3" fmla="*/ 6864726 h 6864726"/>
              <a:gd name="connsiteX4" fmla="*/ 1435414 w 5238864"/>
              <a:gd name="connsiteY4" fmla="*/ 6778879 h 6864726"/>
              <a:gd name="connsiteX5" fmla="*/ 406006 w 5238864"/>
              <a:gd name="connsiteY5" fmla="*/ 2093910 h 6864726"/>
              <a:gd name="connsiteX6" fmla="*/ 2559142 w 5238864"/>
              <a:gd name="connsiteY6" fmla="*/ 124487 h 6864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38864" h="6864726">
                <a:moveTo>
                  <a:pt x="2829115" y="0"/>
                </a:moveTo>
                <a:lnTo>
                  <a:pt x="5238864" y="0"/>
                </a:lnTo>
                <a:lnTo>
                  <a:pt x="5238864" y="6864726"/>
                </a:lnTo>
                <a:lnTo>
                  <a:pt x="1518091" y="6864726"/>
                </a:lnTo>
                <a:lnTo>
                  <a:pt x="1435414" y="6778879"/>
                </a:lnTo>
                <a:cubicBezTo>
                  <a:pt x="226066" y="5476104"/>
                  <a:pt x="-499346" y="3635393"/>
                  <a:pt x="406006" y="2093910"/>
                </a:cubicBezTo>
                <a:cubicBezTo>
                  <a:pt x="907547" y="1241972"/>
                  <a:pt x="1674986" y="564513"/>
                  <a:pt x="2559142" y="12448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6196" y="1124998"/>
            <a:ext cx="2592091" cy="4589717"/>
          </a:xfrm>
        </p:spPr>
        <p:txBody>
          <a:bodyPr vert="horz" lIns="228600" tIns="228600" rIns="228600" bIns="228600" rtlCol="0" anchor="ctr">
            <a:normAutofit/>
          </a:bodyPr>
          <a:lstStyle/>
          <a:p>
            <a:pPr algn="l" defTabSz="914400"/>
            <a:r>
              <a:rPr lang="en-US" sz="4200" spc="-150"/>
              <a:t>Challenges What Worked Well? What Did Not Work Well?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932" y="794042"/>
            <a:ext cx="4070353" cy="5248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sz="1400" dirty="0"/>
              <a:t>What Worked Well: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sz="1400" dirty="0"/>
              <a:t>Caching reduced latency and optimized data retrieval.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sz="1400" dirty="0"/>
              <a:t> ETL automation improved consistency and reduced manual errors.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endParaRPr lang="en-US" sz="1400" dirty="0"/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sz="1400" dirty="0"/>
              <a:t>What Did Not Work Well: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sz="1400" dirty="0"/>
              <a:t>Cache invalidation required manual intervention at times.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sz="1400" dirty="0"/>
              <a:t>Synchronizing Redis and MongoDB was complex during heavy loads.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sz="1400" dirty="0"/>
              <a:t>Memory management in Redis needed careful tuning.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endParaRPr lang="en-US" sz="1400" dirty="0"/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sz="1400" dirty="0"/>
              <a:t>💡 Future Improvements: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sz="1400" dirty="0"/>
              <a:t>Introduce automated cache refresh logic.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sz="1400" dirty="0"/>
              <a:t> Implement monitoring dashboards for better system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21</TotalTime>
  <Words>194</Words>
  <Application>Microsoft Macintosh PowerPoint</Application>
  <PresentationFormat>On-screen Show (4:3)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 Light</vt:lpstr>
      <vt:lpstr>Rockwell</vt:lpstr>
      <vt:lpstr>Wingdings</vt:lpstr>
      <vt:lpstr>Atlas</vt:lpstr>
      <vt:lpstr>Architecture &amp; ETL Data Flow (Redis → MongoDB)</vt:lpstr>
      <vt:lpstr>Lessons Learned from Extending Cached Database Pipeline</vt:lpstr>
      <vt:lpstr>Challenges What Worked Well? What Did Not Work Well?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Srinivas Tarun Sai Goud Yerrola</cp:lastModifiedBy>
  <cp:revision>3</cp:revision>
  <dcterms:created xsi:type="dcterms:W3CDTF">2013-01-27T09:14:16Z</dcterms:created>
  <dcterms:modified xsi:type="dcterms:W3CDTF">2025-11-06T03:13:15Z</dcterms:modified>
  <cp:category/>
</cp:coreProperties>
</file>
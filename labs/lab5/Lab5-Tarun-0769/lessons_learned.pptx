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16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24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6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3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9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84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8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9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1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dirty="0"/>
              <a:t>Lessons Learned</a:t>
            </a:r>
          </a:p>
          <a:p>
            <a:r>
              <a:rPr dirty="0"/>
              <a:t>Data Migration and Sharding</a:t>
            </a:r>
            <a:endParaRPr lang="en-US" dirty="0"/>
          </a:p>
          <a:p>
            <a:endParaRPr dirty="0"/>
          </a:p>
          <a:p>
            <a:r>
              <a:rPr dirty="0"/>
              <a:t>Learned how to transform relational SQL data into NoSQL documents</a:t>
            </a:r>
          </a:p>
          <a:p>
            <a:r>
              <a:rPr dirty="0"/>
              <a:t>    while preserving structure and meaning.</a:t>
            </a:r>
          </a:p>
          <a:p>
            <a:r>
              <a:rPr dirty="0"/>
              <a:t>Understood how map/filter/reduce operations can replace traditional</a:t>
            </a:r>
          </a:p>
          <a:p>
            <a:r>
              <a:rPr dirty="0"/>
              <a:t>    SQL joins.</a:t>
            </a:r>
          </a:p>
          <a:p>
            <a:r>
              <a:rPr dirty="0"/>
              <a:t>Observed how sharding distributes data across logical partitions for</a:t>
            </a:r>
          </a:p>
          <a:p>
            <a:r>
              <a:rPr dirty="0"/>
              <a:t>    better scalability.</a:t>
            </a:r>
          </a:p>
          <a:p>
            <a:endParaRPr dirty="0"/>
          </a:p>
          <a:p>
            <a:r>
              <a:rPr dirty="0"/>
              <a:t>Metadata and Traceability</a:t>
            </a:r>
          </a:p>
          <a:p>
            <a:endParaRPr dirty="0"/>
          </a:p>
          <a:p>
            <a:r>
              <a:rPr dirty="0"/>
              <a:t>-   Metadata provides crucial context such as source, timestamps,</a:t>
            </a:r>
          </a:p>
          <a:p>
            <a:r>
              <a:rPr dirty="0"/>
              <a:t>    lineage, and checksums.</a:t>
            </a:r>
          </a:p>
          <a:p>
            <a:r>
              <a:rPr dirty="0"/>
              <a:t>-   It allows teams to track how, when, and by whom data was</a:t>
            </a:r>
          </a:p>
          <a:p>
            <a:r>
              <a:rPr dirty="0"/>
              <a:t>    transformed.</a:t>
            </a:r>
          </a:p>
          <a:p>
            <a:r>
              <a:rPr dirty="0"/>
              <a:t>-   Improved transparency helps debugging, auditing, and long-term data</a:t>
            </a:r>
          </a:p>
          <a:p>
            <a:r>
              <a:rPr dirty="0"/>
              <a:t>    governance.</a:t>
            </a:r>
          </a:p>
          <a:p>
            <a:endParaRPr dirty="0"/>
          </a:p>
          <a:p>
            <a:r>
              <a:rPr dirty="0"/>
              <a:t>Shard-Key Impact on Performance</a:t>
            </a:r>
          </a:p>
          <a:p>
            <a:endParaRPr dirty="0"/>
          </a:p>
          <a:p>
            <a:r>
              <a:rPr dirty="0"/>
              <a:t>The shard key determines how evenly data spreads across shards.</a:t>
            </a:r>
          </a:p>
          <a:p>
            <a:r>
              <a:rPr dirty="0"/>
              <a:t>A well-chosen shard key prevents hotspots and improves read/write</a:t>
            </a:r>
          </a:p>
          <a:p>
            <a:r>
              <a:rPr dirty="0"/>
              <a:t>    performance.</a:t>
            </a:r>
          </a:p>
          <a:p>
            <a:r>
              <a:rPr dirty="0"/>
              <a:t>Grouping by `</a:t>
            </a:r>
            <a:r>
              <a:rPr dirty="0" err="1"/>
              <a:t>farmId</a:t>
            </a:r>
            <a:r>
              <a:rPr dirty="0"/>
              <a:t> + day` supports time-based queries and balances</a:t>
            </a:r>
          </a:p>
          <a:p>
            <a:r>
              <a:rPr dirty="0"/>
              <a:t>    load effectively.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150</Words>
  <Application>Microsoft Macintosh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 Light</vt:lpstr>
      <vt:lpstr>Rockwell</vt:lpstr>
      <vt:lpstr>Wingdings</vt:lpstr>
      <vt:lpstr>Atlas</vt:lpstr>
      <vt:lpstr>Lessons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Srinivas Tarun Sai Goud Yerrola</cp:lastModifiedBy>
  <cp:revision>2</cp:revision>
  <dcterms:created xsi:type="dcterms:W3CDTF">2013-01-27T09:14:16Z</dcterms:created>
  <dcterms:modified xsi:type="dcterms:W3CDTF">2025-11-25T03:32:17Z</dcterms:modified>
  <cp:category/>
</cp:coreProperties>
</file>
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5 —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how to migrate SQL → NoSQL using map(), reduce(), filter().</a:t>
            </a:r>
          </a:p>
          <a:p>
            <a:r>
              <a:t>• Joined relational tables into nested JSON documents.</a:t>
            </a:r>
          </a:p>
          <a:p>
            <a:r>
              <a:t>• Added metadata (UUID, checksum, lineage, units, etc.) to improve traceability.</a:t>
            </a:r>
          </a:p>
          <a:p>
            <a:r>
              <a:t>• Designed shard keys to distribute writes and avoid hotspots.</a:t>
            </a:r>
          </a:p>
          <a:p>
            <a:r>
              <a:t>• Sharding by {farmId + dayBucket} improved performance and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
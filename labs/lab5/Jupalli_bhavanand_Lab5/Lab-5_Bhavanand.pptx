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CB124-5E02-4CFB-B715-0D518D9281CD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E94BE-B9B4-4C4D-8E6C-F1AE38DC31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4583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CB124-5E02-4CFB-B715-0D518D9281CD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8DFE94BE-B9B4-4C4D-8E6C-F1AE38DC31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0791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CB124-5E02-4CFB-B715-0D518D9281CD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E94BE-B9B4-4C4D-8E6C-F1AE38DC31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2386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CB124-5E02-4CFB-B715-0D518D9281CD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E94BE-B9B4-4C4D-8E6C-F1AE38DC31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8652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CB124-5E02-4CFB-B715-0D518D9281CD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E94BE-B9B4-4C4D-8E6C-F1AE38DC31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4171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CB124-5E02-4CFB-B715-0D518D9281CD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E94BE-B9B4-4C4D-8E6C-F1AE38DC31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40837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CB124-5E02-4CFB-B715-0D518D9281CD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E94BE-B9B4-4C4D-8E6C-F1AE38DC31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0049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CB124-5E02-4CFB-B715-0D518D9281CD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E94BE-B9B4-4C4D-8E6C-F1AE38DC31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724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CB124-5E02-4CFB-B715-0D518D9281CD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E94BE-B9B4-4C4D-8E6C-F1AE38DC31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2777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CB124-5E02-4CFB-B715-0D518D9281CD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E94BE-B9B4-4C4D-8E6C-F1AE38DC31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0998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CB124-5E02-4CFB-B715-0D518D9281CD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E94BE-B9B4-4C4D-8E6C-F1AE38DC31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31788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CB124-5E02-4CFB-B715-0D518D9281CD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E94BE-B9B4-4C4D-8E6C-F1AE38DC31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76078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CB124-5E02-4CFB-B715-0D518D9281CD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E94BE-B9B4-4C4D-8E6C-F1AE38DC31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08576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CB124-5E02-4CFB-B715-0D518D9281CD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E94BE-B9B4-4C4D-8E6C-F1AE38DC31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53325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CB124-5E02-4CFB-B715-0D518D9281CD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E94BE-B9B4-4C4D-8E6C-F1AE38DC31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72418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CB124-5E02-4CFB-B715-0D518D9281CD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E94BE-B9B4-4C4D-8E6C-F1AE38DC31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05283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CB124-5E02-4CFB-B715-0D518D9281CD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E94BE-B9B4-4C4D-8E6C-F1AE38DC31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6847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F8CB124-5E02-4CFB-B715-0D518D9281CD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DFE94BE-B9B4-4C4D-8E6C-F1AE38DC31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2793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B3CE6-9350-CD2E-300D-AE09AFEFF0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LESSONS LEARNT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AD2F83-7645-DFE1-53B5-1EE6E599B7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By Bhavanand </a:t>
            </a:r>
            <a:r>
              <a:rPr lang="en-IN" dirty="0" err="1"/>
              <a:t>Jupalli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2911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292FC-BDC1-5E1F-F9E9-4B4D1FF20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Migration &amp; Sharding Data Migration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4E3E7-DB8A-4D98-5F00-3D42FB0B66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Moving data from one system or storage to another while ensuring consistency, integrity, and minimal downtime.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Sharding: Splitting a large dataset into smaller, manageable pieces (shards) across multiple servers.</a:t>
            </a:r>
          </a:p>
          <a:p>
            <a:r>
              <a:rPr lang="en-IN" err="1"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: Improves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read/write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throughputReduces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storage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bottlenecksEnables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horizontal scaling</a:t>
            </a:r>
          </a:p>
        </p:txBody>
      </p:sp>
    </p:spTree>
    <p:extLst>
      <p:ext uri="{BB962C8B-B14F-4D97-AF65-F5344CB8AC3E}">
        <p14:creationId xmlns:p14="http://schemas.microsoft.com/office/powerpoint/2010/main" val="1580978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61EF1-3FC5-7571-8323-997751E74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/>
              <a:t>Metadata &amp; Traceability Metadata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713DF-11EA-9221-1307-2E4BA7C43D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about data (e.g., creation date, source, version, owner).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data lineage and changes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Simplifies auditing and compliance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debugging and monitoring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Every migrated file can have metadata storing origin, migration timestamp, and shard assignment.</a:t>
            </a:r>
          </a:p>
        </p:txBody>
      </p:sp>
    </p:spTree>
    <p:extLst>
      <p:ext uri="{BB962C8B-B14F-4D97-AF65-F5344CB8AC3E}">
        <p14:creationId xmlns:p14="http://schemas.microsoft.com/office/powerpoint/2010/main" val="2563523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2CAD2-FE80-12BE-95C8-0D5963A55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Shard Key &amp; Performance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1F45A-B2EA-29CA-3079-266A7446B0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Shard Key :The attribute used to distribute data across shards (e.g.,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farmId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dayBucket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on Performance &amp; Scalability: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 choice avoids write hotspots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even data distribution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query efficiency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 of Thumb: Pick a shard key with high cardinality and uniform access patterns.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995718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4</TotalTime>
  <Words>171</Words>
  <Application>Microsoft Office PowerPoint</Application>
  <PresentationFormat>Widescreen</PresentationFormat>
  <Paragraphs>20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Corbel</vt:lpstr>
      <vt:lpstr>Times New Roman</vt:lpstr>
      <vt:lpstr>Parallax</vt:lpstr>
      <vt:lpstr>LESSONS LEARNT</vt:lpstr>
      <vt:lpstr>Data Migration &amp; Sharding Data Migration</vt:lpstr>
      <vt:lpstr>Metadata &amp; Traceability Metadata</vt:lpstr>
      <vt:lpstr>Shard Key &amp; Performance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pavansriram k</dc:creator>
  <cp:lastModifiedBy>pavansriram k</cp:lastModifiedBy>
  <cp:revision>3</cp:revision>
  <dcterms:created xsi:type="dcterms:W3CDTF">2025-11-25T06:38:29Z</dcterms:created>
  <dcterms:modified xsi:type="dcterms:W3CDTF">2025-11-25T06:42:58Z</dcterms:modified>
</cp:coreProperties>
</file>
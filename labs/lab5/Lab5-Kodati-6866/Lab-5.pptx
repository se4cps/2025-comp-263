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40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1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33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446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245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12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7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368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0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1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675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0968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03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12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32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288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55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CE64E-2009-40BD-BC92-CE52E28FC22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0F092-F6AF-40A8-990B-CBE348409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6361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6559C-3E3A-E8FC-2DAD-16E604F4C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Lessons Learnt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27A92-7B78-E7FB-0BFE-BC06C517F2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Pavan Sriram Kodati</a:t>
            </a:r>
          </a:p>
        </p:txBody>
      </p:sp>
    </p:spTree>
    <p:extLst>
      <p:ext uri="{BB962C8B-B14F-4D97-AF65-F5344CB8AC3E}">
        <p14:creationId xmlns:p14="http://schemas.microsoft.com/office/powerpoint/2010/main" val="1175876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20D9-6DBA-733C-7421-DED1FEDD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Migration &amp; Sharding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C87B-D6BD-2879-76BC-C2CF5EFA5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merged SQL tables using lookup indexes to create clean NoSQL-ready documents.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involved joining sensors, readings and standardizing the structure.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Sharding by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farmId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distributes data evenly and prevents hotspots.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5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DEB1-154F-EF37-ACE2-3D0810E7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Metadata &amp; Traceability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A3A68-2ED4-7264-3E4D-9CE5EF343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adds checksums, lineage, batch IDs, and timestamps to every record.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each document fully traceable back to its SQL source.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Checksums help detect corruption, and quality flags help validate the data.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26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7CB76-D0C3-A1A6-81E4-5A42D0D6A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Shard-Key Impact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320D8-1F5A-1C92-7DD7-A1711A083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shard key improves write distribution and query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Sharding by farm + day groups related data while avoiding overloaded shards.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shard-key choices create hotspots or scatter data across too many shards.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6894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8</TotalTime>
  <Words>131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Times New Roman</vt:lpstr>
      <vt:lpstr>Trebuchet MS</vt:lpstr>
      <vt:lpstr>Berlin</vt:lpstr>
      <vt:lpstr>Lessons Learnt</vt:lpstr>
      <vt:lpstr>Data Migration &amp; Sharding </vt:lpstr>
      <vt:lpstr>Metadata &amp; Traceability </vt:lpstr>
      <vt:lpstr>Shard-Key Impact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pavansriram k</dc:creator>
  <cp:lastModifiedBy>pavansriram k</cp:lastModifiedBy>
  <cp:revision>1</cp:revision>
  <dcterms:created xsi:type="dcterms:W3CDTF">2025-11-25T06:35:31Z</dcterms:created>
  <dcterms:modified xsi:type="dcterms:W3CDTF">2025-11-25T06:43:34Z</dcterms:modified>
</cp:coreProperties>
</file>
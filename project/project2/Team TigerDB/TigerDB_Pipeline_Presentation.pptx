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76"/>
  </p:normalViewPr>
  <p:slideViewPr>
    <p:cSldViewPr snapToGrid="0" snapToObjects="1">
      <p:cViewPr varScale="1">
        <p:scale>
          <a:sx n="114" d="100"/>
          <a:sy n="114" d="100"/>
        </p:scale>
        <p:origin x="3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B3D5F7-7D7C-468B-A61E-03BFFFC1BC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1DFC28-9AD7-4F97-83A9-B05BB0B25269}">
      <dgm:prSet/>
      <dgm:spPr/>
      <dgm:t>
        <a:bodyPr/>
        <a:lstStyle/>
        <a:p>
          <a:r>
            <a:rPr lang="en-US"/>
            <a:t>API → MongoDB → ClickHouse → Redis → Dashboard</a:t>
          </a:r>
        </a:p>
      </dgm:t>
    </dgm:pt>
    <dgm:pt modelId="{B674E5DB-83B4-44D5-AA39-736DA9318654}" type="parTrans" cxnId="{BCA15416-6721-48BD-97DA-DF1079E8F31F}">
      <dgm:prSet/>
      <dgm:spPr/>
      <dgm:t>
        <a:bodyPr/>
        <a:lstStyle/>
        <a:p>
          <a:endParaRPr lang="en-US"/>
        </a:p>
      </dgm:t>
    </dgm:pt>
    <dgm:pt modelId="{20A4DDE6-EA14-4551-B8B1-7274AA1FA074}" type="sibTrans" cxnId="{BCA15416-6721-48BD-97DA-DF1079E8F31F}">
      <dgm:prSet/>
      <dgm:spPr/>
      <dgm:t>
        <a:bodyPr/>
        <a:lstStyle/>
        <a:p>
          <a:endParaRPr lang="en-US"/>
        </a:p>
      </dgm:t>
    </dgm:pt>
    <dgm:pt modelId="{1A99E5D0-12F7-43FF-BAE0-B7977731094B}">
      <dgm:prSet/>
      <dgm:spPr/>
      <dgm:t>
        <a:bodyPr/>
        <a:lstStyle/>
        <a:p>
          <a:r>
            <a:rPr lang="en-US"/>
            <a:t>Processes daily weather data into monthly summaries.</a:t>
          </a:r>
        </a:p>
      </dgm:t>
    </dgm:pt>
    <dgm:pt modelId="{DDE4B29B-A6FF-4747-8FBC-8B607BC52BC0}" type="parTrans" cxnId="{13EF71F1-9E07-483E-B932-060F2C6C6411}">
      <dgm:prSet/>
      <dgm:spPr/>
      <dgm:t>
        <a:bodyPr/>
        <a:lstStyle/>
        <a:p>
          <a:endParaRPr lang="en-US"/>
        </a:p>
      </dgm:t>
    </dgm:pt>
    <dgm:pt modelId="{7C3D82F0-7C07-41F5-AFCB-327A1DD0599D}" type="sibTrans" cxnId="{13EF71F1-9E07-483E-B932-060F2C6C6411}">
      <dgm:prSet/>
      <dgm:spPr/>
      <dgm:t>
        <a:bodyPr/>
        <a:lstStyle/>
        <a:p>
          <a:endParaRPr lang="en-US"/>
        </a:p>
      </dgm:t>
    </dgm:pt>
    <dgm:pt modelId="{5263BFF6-F68C-4200-AA1A-F3D8BD9C2CD1}" type="pres">
      <dgm:prSet presAssocID="{2FB3D5F7-7D7C-468B-A61E-03BFFFC1BC88}" presName="root" presStyleCnt="0">
        <dgm:presLayoutVars>
          <dgm:dir/>
          <dgm:resizeHandles val="exact"/>
        </dgm:presLayoutVars>
      </dgm:prSet>
      <dgm:spPr/>
    </dgm:pt>
    <dgm:pt modelId="{62C4B55F-B6F2-41C6-A01D-5A259E37A946}" type="pres">
      <dgm:prSet presAssocID="{1B1DFC28-9AD7-4F97-83A9-B05BB0B25269}" presName="compNode" presStyleCnt="0"/>
      <dgm:spPr/>
    </dgm:pt>
    <dgm:pt modelId="{C6346152-E7AD-41C7-B883-AD0EE7716278}" type="pres">
      <dgm:prSet presAssocID="{1B1DFC28-9AD7-4F97-83A9-B05BB0B25269}" presName="bgRect" presStyleLbl="bgShp" presStyleIdx="0" presStyleCnt="2"/>
      <dgm:spPr/>
    </dgm:pt>
    <dgm:pt modelId="{88F05FC0-D2B2-40AE-BB70-068FF75C9315}" type="pres">
      <dgm:prSet presAssocID="{1B1DFC28-9AD7-4F97-83A9-B05BB0B2526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A89E69C-AFEF-48CA-933A-44B7962633B3}" type="pres">
      <dgm:prSet presAssocID="{1B1DFC28-9AD7-4F97-83A9-B05BB0B25269}" presName="spaceRect" presStyleCnt="0"/>
      <dgm:spPr/>
    </dgm:pt>
    <dgm:pt modelId="{5403A58E-2784-4D4B-BD4C-E86E62339876}" type="pres">
      <dgm:prSet presAssocID="{1B1DFC28-9AD7-4F97-83A9-B05BB0B25269}" presName="parTx" presStyleLbl="revTx" presStyleIdx="0" presStyleCnt="2">
        <dgm:presLayoutVars>
          <dgm:chMax val="0"/>
          <dgm:chPref val="0"/>
        </dgm:presLayoutVars>
      </dgm:prSet>
      <dgm:spPr/>
    </dgm:pt>
    <dgm:pt modelId="{C8902679-6BE6-4E2C-B3F0-C623438E7266}" type="pres">
      <dgm:prSet presAssocID="{20A4DDE6-EA14-4551-B8B1-7274AA1FA074}" presName="sibTrans" presStyleCnt="0"/>
      <dgm:spPr/>
    </dgm:pt>
    <dgm:pt modelId="{52483345-2745-4CBB-8ED3-A3D5622EA18E}" type="pres">
      <dgm:prSet presAssocID="{1A99E5D0-12F7-43FF-BAE0-B7977731094B}" presName="compNode" presStyleCnt="0"/>
      <dgm:spPr/>
    </dgm:pt>
    <dgm:pt modelId="{5D42BE87-2511-4177-823B-DF362D7E1F9E}" type="pres">
      <dgm:prSet presAssocID="{1A99E5D0-12F7-43FF-BAE0-B7977731094B}" presName="bgRect" presStyleLbl="bgShp" presStyleIdx="1" presStyleCnt="2"/>
      <dgm:spPr/>
    </dgm:pt>
    <dgm:pt modelId="{12039F7F-2D68-4DBC-9340-8F481F565D1A}" type="pres">
      <dgm:prSet presAssocID="{1A99E5D0-12F7-43FF-BAE0-B7977731094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ACB194F7-8506-4FF1-B416-7B6A0AFDD446}" type="pres">
      <dgm:prSet presAssocID="{1A99E5D0-12F7-43FF-BAE0-B7977731094B}" presName="spaceRect" presStyleCnt="0"/>
      <dgm:spPr/>
    </dgm:pt>
    <dgm:pt modelId="{920F1989-882B-4F5A-9046-B5514F9D6C52}" type="pres">
      <dgm:prSet presAssocID="{1A99E5D0-12F7-43FF-BAE0-B7977731094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CA15416-6721-48BD-97DA-DF1079E8F31F}" srcId="{2FB3D5F7-7D7C-468B-A61E-03BFFFC1BC88}" destId="{1B1DFC28-9AD7-4F97-83A9-B05BB0B25269}" srcOrd="0" destOrd="0" parTransId="{B674E5DB-83B4-44D5-AA39-736DA9318654}" sibTransId="{20A4DDE6-EA14-4551-B8B1-7274AA1FA074}"/>
    <dgm:cxn modelId="{AC2E3529-4EC1-4F99-8F2B-52BB22638362}" type="presOf" srcId="{1B1DFC28-9AD7-4F97-83A9-B05BB0B25269}" destId="{5403A58E-2784-4D4B-BD4C-E86E62339876}" srcOrd="0" destOrd="0" presId="urn:microsoft.com/office/officeart/2018/2/layout/IconVerticalSolidList"/>
    <dgm:cxn modelId="{CDDDA532-6A0D-46F1-98D2-9A20B195BF82}" type="presOf" srcId="{1A99E5D0-12F7-43FF-BAE0-B7977731094B}" destId="{920F1989-882B-4F5A-9046-B5514F9D6C52}" srcOrd="0" destOrd="0" presId="urn:microsoft.com/office/officeart/2018/2/layout/IconVerticalSolidList"/>
    <dgm:cxn modelId="{0069EE38-1A55-447E-A6F6-D01484BA2811}" type="presOf" srcId="{2FB3D5F7-7D7C-468B-A61E-03BFFFC1BC88}" destId="{5263BFF6-F68C-4200-AA1A-F3D8BD9C2CD1}" srcOrd="0" destOrd="0" presId="urn:microsoft.com/office/officeart/2018/2/layout/IconVerticalSolidList"/>
    <dgm:cxn modelId="{13EF71F1-9E07-483E-B932-060F2C6C6411}" srcId="{2FB3D5F7-7D7C-468B-A61E-03BFFFC1BC88}" destId="{1A99E5D0-12F7-43FF-BAE0-B7977731094B}" srcOrd="1" destOrd="0" parTransId="{DDE4B29B-A6FF-4747-8FBC-8B607BC52BC0}" sibTransId="{7C3D82F0-7C07-41F5-AFCB-327A1DD0599D}"/>
    <dgm:cxn modelId="{EFF8334B-FC09-45AE-81E3-D9639139E548}" type="presParOf" srcId="{5263BFF6-F68C-4200-AA1A-F3D8BD9C2CD1}" destId="{62C4B55F-B6F2-41C6-A01D-5A259E37A946}" srcOrd="0" destOrd="0" presId="urn:microsoft.com/office/officeart/2018/2/layout/IconVerticalSolidList"/>
    <dgm:cxn modelId="{5AB0E25C-E37C-4553-8682-BF32E2A5A8F5}" type="presParOf" srcId="{62C4B55F-B6F2-41C6-A01D-5A259E37A946}" destId="{C6346152-E7AD-41C7-B883-AD0EE7716278}" srcOrd="0" destOrd="0" presId="urn:microsoft.com/office/officeart/2018/2/layout/IconVerticalSolidList"/>
    <dgm:cxn modelId="{F588C35F-5F2B-4467-A318-72875B916676}" type="presParOf" srcId="{62C4B55F-B6F2-41C6-A01D-5A259E37A946}" destId="{88F05FC0-D2B2-40AE-BB70-068FF75C9315}" srcOrd="1" destOrd="0" presId="urn:microsoft.com/office/officeart/2018/2/layout/IconVerticalSolidList"/>
    <dgm:cxn modelId="{5D9856D0-2F18-429A-A3FC-1EA6D1914CAC}" type="presParOf" srcId="{62C4B55F-B6F2-41C6-A01D-5A259E37A946}" destId="{7A89E69C-AFEF-48CA-933A-44B7962633B3}" srcOrd="2" destOrd="0" presId="urn:microsoft.com/office/officeart/2018/2/layout/IconVerticalSolidList"/>
    <dgm:cxn modelId="{5EAE6683-BF05-44DF-8531-7D8B77049CB9}" type="presParOf" srcId="{62C4B55F-B6F2-41C6-A01D-5A259E37A946}" destId="{5403A58E-2784-4D4B-BD4C-E86E62339876}" srcOrd="3" destOrd="0" presId="urn:microsoft.com/office/officeart/2018/2/layout/IconVerticalSolidList"/>
    <dgm:cxn modelId="{F3C5B282-133A-4A83-ADB0-FC0E269E8A9A}" type="presParOf" srcId="{5263BFF6-F68C-4200-AA1A-F3D8BD9C2CD1}" destId="{C8902679-6BE6-4E2C-B3F0-C623438E7266}" srcOrd="1" destOrd="0" presId="urn:microsoft.com/office/officeart/2018/2/layout/IconVerticalSolidList"/>
    <dgm:cxn modelId="{A9B20643-EE34-43E0-A16E-565331DFE789}" type="presParOf" srcId="{5263BFF6-F68C-4200-AA1A-F3D8BD9C2CD1}" destId="{52483345-2745-4CBB-8ED3-A3D5622EA18E}" srcOrd="2" destOrd="0" presId="urn:microsoft.com/office/officeart/2018/2/layout/IconVerticalSolidList"/>
    <dgm:cxn modelId="{A42A8FF9-E975-4421-B62E-C12B80717D87}" type="presParOf" srcId="{52483345-2745-4CBB-8ED3-A3D5622EA18E}" destId="{5D42BE87-2511-4177-823B-DF362D7E1F9E}" srcOrd="0" destOrd="0" presId="urn:microsoft.com/office/officeart/2018/2/layout/IconVerticalSolidList"/>
    <dgm:cxn modelId="{4172F0A1-D804-46C8-9478-DFA991E1C552}" type="presParOf" srcId="{52483345-2745-4CBB-8ED3-A3D5622EA18E}" destId="{12039F7F-2D68-4DBC-9340-8F481F565D1A}" srcOrd="1" destOrd="0" presId="urn:microsoft.com/office/officeart/2018/2/layout/IconVerticalSolidList"/>
    <dgm:cxn modelId="{FDA9FE25-2B74-4222-8C49-3A6A69749B01}" type="presParOf" srcId="{52483345-2745-4CBB-8ED3-A3D5622EA18E}" destId="{ACB194F7-8506-4FF1-B416-7B6A0AFDD446}" srcOrd="2" destOrd="0" presId="urn:microsoft.com/office/officeart/2018/2/layout/IconVerticalSolidList"/>
    <dgm:cxn modelId="{BCDF64ED-9231-4035-A23E-84434B14C5CC}" type="presParOf" srcId="{52483345-2745-4CBB-8ED3-A3D5622EA18E}" destId="{920F1989-882B-4F5A-9046-B5514F9D6C5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388188-C88B-44C2-B9EB-E7047BF8466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79B28A-C4E9-4526-847C-2333C4A61824}">
      <dgm:prSet/>
      <dgm:spPr/>
      <dgm:t>
        <a:bodyPr/>
        <a:lstStyle/>
        <a:p>
          <a:r>
            <a:rPr lang="en-US"/>
            <a:t>API fetches data</a:t>
          </a:r>
        </a:p>
      </dgm:t>
    </dgm:pt>
    <dgm:pt modelId="{27590056-B206-4A9E-9ECA-6BF74F31FF35}" type="parTrans" cxnId="{F3B00459-83E3-4E6A-82C0-4B907994C2FD}">
      <dgm:prSet/>
      <dgm:spPr/>
      <dgm:t>
        <a:bodyPr/>
        <a:lstStyle/>
        <a:p>
          <a:endParaRPr lang="en-US"/>
        </a:p>
      </dgm:t>
    </dgm:pt>
    <dgm:pt modelId="{E4B79DB0-CEF7-4A1D-ACDC-ED6D48BA9A14}" type="sibTrans" cxnId="{F3B00459-83E3-4E6A-82C0-4B907994C2FD}">
      <dgm:prSet/>
      <dgm:spPr/>
      <dgm:t>
        <a:bodyPr/>
        <a:lstStyle/>
        <a:p>
          <a:endParaRPr lang="en-US"/>
        </a:p>
      </dgm:t>
    </dgm:pt>
    <dgm:pt modelId="{2504459A-180B-4568-9323-CE7FDEEFB5D3}">
      <dgm:prSet/>
      <dgm:spPr/>
      <dgm:t>
        <a:bodyPr/>
        <a:lstStyle/>
        <a:p>
          <a:r>
            <a:rPr lang="en-US"/>
            <a:t>MongoDB stores raw/enriched docs</a:t>
          </a:r>
        </a:p>
      </dgm:t>
    </dgm:pt>
    <dgm:pt modelId="{D1B19613-044C-4B72-BAF8-1ACCA1F406B1}" type="parTrans" cxnId="{12C5F5A1-0B21-4FD9-A285-AADF951599BA}">
      <dgm:prSet/>
      <dgm:spPr/>
      <dgm:t>
        <a:bodyPr/>
        <a:lstStyle/>
        <a:p>
          <a:endParaRPr lang="en-US"/>
        </a:p>
      </dgm:t>
    </dgm:pt>
    <dgm:pt modelId="{9C8977D8-F1F5-474B-BCD6-691CAB2FB144}" type="sibTrans" cxnId="{12C5F5A1-0B21-4FD9-A285-AADF951599BA}">
      <dgm:prSet/>
      <dgm:spPr/>
      <dgm:t>
        <a:bodyPr/>
        <a:lstStyle/>
        <a:p>
          <a:endParaRPr lang="en-US"/>
        </a:p>
      </dgm:t>
    </dgm:pt>
    <dgm:pt modelId="{53A7502A-8257-45E7-B2EB-89ECF42808FD}">
      <dgm:prSet/>
      <dgm:spPr/>
      <dgm:t>
        <a:bodyPr/>
        <a:lstStyle/>
        <a:p>
          <a:r>
            <a:rPr lang="en-US"/>
            <a:t>ClickHouse aggregates monthly stats</a:t>
          </a:r>
        </a:p>
      </dgm:t>
    </dgm:pt>
    <dgm:pt modelId="{B3EF121D-FD17-4012-AF89-C6423D5E6A89}" type="parTrans" cxnId="{901719A9-F62F-4BFE-ABAB-72EFD056A937}">
      <dgm:prSet/>
      <dgm:spPr/>
      <dgm:t>
        <a:bodyPr/>
        <a:lstStyle/>
        <a:p>
          <a:endParaRPr lang="en-US"/>
        </a:p>
      </dgm:t>
    </dgm:pt>
    <dgm:pt modelId="{E54A635F-B25E-4B9A-937E-4E16547D61CC}" type="sibTrans" cxnId="{901719A9-F62F-4BFE-ABAB-72EFD056A937}">
      <dgm:prSet/>
      <dgm:spPr/>
      <dgm:t>
        <a:bodyPr/>
        <a:lstStyle/>
        <a:p>
          <a:endParaRPr lang="en-US"/>
        </a:p>
      </dgm:t>
    </dgm:pt>
    <dgm:pt modelId="{F252A179-3F88-49B1-8980-45534FAB31CA}">
      <dgm:prSet/>
      <dgm:spPr/>
      <dgm:t>
        <a:bodyPr/>
        <a:lstStyle/>
        <a:p>
          <a:r>
            <a:rPr lang="en-US"/>
            <a:t>Redis caches results (TTL 3600s)</a:t>
          </a:r>
        </a:p>
      </dgm:t>
    </dgm:pt>
    <dgm:pt modelId="{ED76284B-4C00-416F-906A-036E018E7D61}" type="parTrans" cxnId="{C7C02B27-7E2D-4C5F-8EF9-FAA58C443E8A}">
      <dgm:prSet/>
      <dgm:spPr/>
      <dgm:t>
        <a:bodyPr/>
        <a:lstStyle/>
        <a:p>
          <a:endParaRPr lang="en-US"/>
        </a:p>
      </dgm:t>
    </dgm:pt>
    <dgm:pt modelId="{6A196338-B181-4A2C-81D7-CB6119A582E4}" type="sibTrans" cxnId="{C7C02B27-7E2D-4C5F-8EF9-FAA58C443E8A}">
      <dgm:prSet/>
      <dgm:spPr/>
      <dgm:t>
        <a:bodyPr/>
        <a:lstStyle/>
        <a:p>
          <a:endParaRPr lang="en-US"/>
        </a:p>
      </dgm:t>
    </dgm:pt>
    <dgm:pt modelId="{E955A9E4-4990-4528-91F7-ABFFD82C4980}">
      <dgm:prSet/>
      <dgm:spPr/>
      <dgm:t>
        <a:bodyPr/>
        <a:lstStyle/>
        <a:p>
          <a:r>
            <a:rPr lang="en-US"/>
            <a:t>Dashboard renders graphs</a:t>
          </a:r>
        </a:p>
      </dgm:t>
    </dgm:pt>
    <dgm:pt modelId="{B967E216-1A97-4D88-AB7A-1194E6ACAD68}" type="parTrans" cxnId="{D7BC49B2-9BBF-4CF2-BE2E-E708D297943E}">
      <dgm:prSet/>
      <dgm:spPr/>
      <dgm:t>
        <a:bodyPr/>
        <a:lstStyle/>
        <a:p>
          <a:endParaRPr lang="en-US"/>
        </a:p>
      </dgm:t>
    </dgm:pt>
    <dgm:pt modelId="{49CF2E08-8C72-4C58-8CA7-297C8A119672}" type="sibTrans" cxnId="{D7BC49B2-9BBF-4CF2-BE2E-E708D297943E}">
      <dgm:prSet/>
      <dgm:spPr/>
      <dgm:t>
        <a:bodyPr/>
        <a:lstStyle/>
        <a:p>
          <a:endParaRPr lang="en-US"/>
        </a:p>
      </dgm:t>
    </dgm:pt>
    <dgm:pt modelId="{BCD22F15-B95F-4DA1-AD5B-46BDF0DA6515}" type="pres">
      <dgm:prSet presAssocID="{50388188-C88B-44C2-B9EB-E7047BF8466A}" presName="root" presStyleCnt="0">
        <dgm:presLayoutVars>
          <dgm:dir/>
          <dgm:resizeHandles val="exact"/>
        </dgm:presLayoutVars>
      </dgm:prSet>
      <dgm:spPr/>
    </dgm:pt>
    <dgm:pt modelId="{ACD13CF4-6E57-4AEB-AE68-0A7351D22AAE}" type="pres">
      <dgm:prSet presAssocID="{1479B28A-C4E9-4526-847C-2333C4A61824}" presName="compNode" presStyleCnt="0"/>
      <dgm:spPr/>
    </dgm:pt>
    <dgm:pt modelId="{C72934D9-E038-4802-B9D7-2CA07AD761F8}" type="pres">
      <dgm:prSet presAssocID="{1479B28A-C4E9-4526-847C-2333C4A6182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6C65B7E-ED0B-4DDD-9078-0CF81336A485}" type="pres">
      <dgm:prSet presAssocID="{1479B28A-C4E9-4526-847C-2333C4A61824}" presName="spaceRect" presStyleCnt="0"/>
      <dgm:spPr/>
    </dgm:pt>
    <dgm:pt modelId="{74841EAA-2AE1-4438-B1AE-C37EA6B94968}" type="pres">
      <dgm:prSet presAssocID="{1479B28A-C4E9-4526-847C-2333C4A61824}" presName="textRect" presStyleLbl="revTx" presStyleIdx="0" presStyleCnt="5">
        <dgm:presLayoutVars>
          <dgm:chMax val="1"/>
          <dgm:chPref val="1"/>
        </dgm:presLayoutVars>
      </dgm:prSet>
      <dgm:spPr/>
    </dgm:pt>
    <dgm:pt modelId="{525D0EFC-D2D5-4389-95F3-8D2077E9AFED}" type="pres">
      <dgm:prSet presAssocID="{E4B79DB0-CEF7-4A1D-ACDC-ED6D48BA9A14}" presName="sibTrans" presStyleCnt="0"/>
      <dgm:spPr/>
    </dgm:pt>
    <dgm:pt modelId="{A1EE7F07-4733-4027-B6B1-0B23EFC99564}" type="pres">
      <dgm:prSet presAssocID="{2504459A-180B-4568-9323-CE7FDEEFB5D3}" presName="compNode" presStyleCnt="0"/>
      <dgm:spPr/>
    </dgm:pt>
    <dgm:pt modelId="{7E2F1650-BA8B-42A6-AFDA-EE9A294CE90D}" type="pres">
      <dgm:prSet presAssocID="{2504459A-180B-4568-9323-CE7FDEEFB5D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8C1924F-C3D5-424D-A115-3830795629C2}" type="pres">
      <dgm:prSet presAssocID="{2504459A-180B-4568-9323-CE7FDEEFB5D3}" presName="spaceRect" presStyleCnt="0"/>
      <dgm:spPr/>
    </dgm:pt>
    <dgm:pt modelId="{F91992D2-F15F-4B7B-9753-FE6BA8BBCBBC}" type="pres">
      <dgm:prSet presAssocID="{2504459A-180B-4568-9323-CE7FDEEFB5D3}" presName="textRect" presStyleLbl="revTx" presStyleIdx="1" presStyleCnt="5">
        <dgm:presLayoutVars>
          <dgm:chMax val="1"/>
          <dgm:chPref val="1"/>
        </dgm:presLayoutVars>
      </dgm:prSet>
      <dgm:spPr/>
    </dgm:pt>
    <dgm:pt modelId="{DB695867-9085-4B91-B26A-9A02662E4408}" type="pres">
      <dgm:prSet presAssocID="{9C8977D8-F1F5-474B-BCD6-691CAB2FB144}" presName="sibTrans" presStyleCnt="0"/>
      <dgm:spPr/>
    </dgm:pt>
    <dgm:pt modelId="{C7BDAC1E-5CC6-462C-8EBE-C1676B22C0AC}" type="pres">
      <dgm:prSet presAssocID="{53A7502A-8257-45E7-B2EB-89ECF42808FD}" presName="compNode" presStyleCnt="0"/>
      <dgm:spPr/>
    </dgm:pt>
    <dgm:pt modelId="{75282DC2-9B48-46E8-A445-9E505955D352}" type="pres">
      <dgm:prSet presAssocID="{53A7502A-8257-45E7-B2EB-89ECF42808F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99657D9-CA30-4EFB-9F5F-6C7625DDD3BF}" type="pres">
      <dgm:prSet presAssocID="{53A7502A-8257-45E7-B2EB-89ECF42808FD}" presName="spaceRect" presStyleCnt="0"/>
      <dgm:spPr/>
    </dgm:pt>
    <dgm:pt modelId="{76399B05-E80D-4D4A-B613-627476BB05C4}" type="pres">
      <dgm:prSet presAssocID="{53A7502A-8257-45E7-B2EB-89ECF42808FD}" presName="textRect" presStyleLbl="revTx" presStyleIdx="2" presStyleCnt="5">
        <dgm:presLayoutVars>
          <dgm:chMax val="1"/>
          <dgm:chPref val="1"/>
        </dgm:presLayoutVars>
      </dgm:prSet>
      <dgm:spPr/>
    </dgm:pt>
    <dgm:pt modelId="{32395BF5-7CC8-420D-9B06-E0E3AA425AE6}" type="pres">
      <dgm:prSet presAssocID="{E54A635F-B25E-4B9A-937E-4E16547D61CC}" presName="sibTrans" presStyleCnt="0"/>
      <dgm:spPr/>
    </dgm:pt>
    <dgm:pt modelId="{D0AC36AA-6F76-493B-81C2-F991C32B7B30}" type="pres">
      <dgm:prSet presAssocID="{F252A179-3F88-49B1-8980-45534FAB31CA}" presName="compNode" presStyleCnt="0"/>
      <dgm:spPr/>
    </dgm:pt>
    <dgm:pt modelId="{684A28FE-6C29-401A-A0E6-3B2752BDC744}" type="pres">
      <dgm:prSet presAssocID="{F252A179-3F88-49B1-8980-45534FAB31C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7976080-D812-4433-B232-C4BFB6E92EDE}" type="pres">
      <dgm:prSet presAssocID="{F252A179-3F88-49B1-8980-45534FAB31CA}" presName="spaceRect" presStyleCnt="0"/>
      <dgm:spPr/>
    </dgm:pt>
    <dgm:pt modelId="{3EC14619-FAC9-4138-A420-A2EEBAE43EC2}" type="pres">
      <dgm:prSet presAssocID="{F252A179-3F88-49B1-8980-45534FAB31CA}" presName="textRect" presStyleLbl="revTx" presStyleIdx="3" presStyleCnt="5">
        <dgm:presLayoutVars>
          <dgm:chMax val="1"/>
          <dgm:chPref val="1"/>
        </dgm:presLayoutVars>
      </dgm:prSet>
      <dgm:spPr/>
    </dgm:pt>
    <dgm:pt modelId="{7448A9D7-EDB3-4FF0-8D19-7FEC3B7159D4}" type="pres">
      <dgm:prSet presAssocID="{6A196338-B181-4A2C-81D7-CB6119A582E4}" presName="sibTrans" presStyleCnt="0"/>
      <dgm:spPr/>
    </dgm:pt>
    <dgm:pt modelId="{6FB8B215-B398-4240-881B-5D55E07D40EB}" type="pres">
      <dgm:prSet presAssocID="{E955A9E4-4990-4528-91F7-ABFFD82C4980}" presName="compNode" presStyleCnt="0"/>
      <dgm:spPr/>
    </dgm:pt>
    <dgm:pt modelId="{4DFCCFE5-1A73-4113-9268-99942D3007C4}" type="pres">
      <dgm:prSet presAssocID="{E955A9E4-4990-4528-91F7-ABFFD82C498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EEE3D5C-58C9-4136-BDAF-2CF11F11B4F0}" type="pres">
      <dgm:prSet presAssocID="{E955A9E4-4990-4528-91F7-ABFFD82C4980}" presName="spaceRect" presStyleCnt="0"/>
      <dgm:spPr/>
    </dgm:pt>
    <dgm:pt modelId="{318F67B4-6417-418D-B638-E5F32FCE8088}" type="pres">
      <dgm:prSet presAssocID="{E955A9E4-4990-4528-91F7-ABFFD82C498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7C02B27-7E2D-4C5F-8EF9-FAA58C443E8A}" srcId="{50388188-C88B-44C2-B9EB-E7047BF8466A}" destId="{F252A179-3F88-49B1-8980-45534FAB31CA}" srcOrd="3" destOrd="0" parTransId="{ED76284B-4C00-416F-906A-036E018E7D61}" sibTransId="{6A196338-B181-4A2C-81D7-CB6119A582E4}"/>
    <dgm:cxn modelId="{DD427957-2D7B-4004-91C1-426F2526952A}" type="presOf" srcId="{2504459A-180B-4568-9323-CE7FDEEFB5D3}" destId="{F91992D2-F15F-4B7B-9753-FE6BA8BBCBBC}" srcOrd="0" destOrd="0" presId="urn:microsoft.com/office/officeart/2018/2/layout/IconLabelList"/>
    <dgm:cxn modelId="{F3B00459-83E3-4E6A-82C0-4B907994C2FD}" srcId="{50388188-C88B-44C2-B9EB-E7047BF8466A}" destId="{1479B28A-C4E9-4526-847C-2333C4A61824}" srcOrd="0" destOrd="0" parTransId="{27590056-B206-4A9E-9ECA-6BF74F31FF35}" sibTransId="{E4B79DB0-CEF7-4A1D-ACDC-ED6D48BA9A14}"/>
    <dgm:cxn modelId="{90051F6B-FD12-4D84-910A-C6354E6B0807}" type="presOf" srcId="{F252A179-3F88-49B1-8980-45534FAB31CA}" destId="{3EC14619-FAC9-4138-A420-A2EEBAE43EC2}" srcOrd="0" destOrd="0" presId="urn:microsoft.com/office/officeart/2018/2/layout/IconLabelList"/>
    <dgm:cxn modelId="{93A9CA95-117B-498A-AA65-EF192825A9BE}" type="presOf" srcId="{50388188-C88B-44C2-B9EB-E7047BF8466A}" destId="{BCD22F15-B95F-4DA1-AD5B-46BDF0DA6515}" srcOrd="0" destOrd="0" presId="urn:microsoft.com/office/officeart/2018/2/layout/IconLabelList"/>
    <dgm:cxn modelId="{12C5F5A1-0B21-4FD9-A285-AADF951599BA}" srcId="{50388188-C88B-44C2-B9EB-E7047BF8466A}" destId="{2504459A-180B-4568-9323-CE7FDEEFB5D3}" srcOrd="1" destOrd="0" parTransId="{D1B19613-044C-4B72-BAF8-1ACCA1F406B1}" sibTransId="{9C8977D8-F1F5-474B-BCD6-691CAB2FB144}"/>
    <dgm:cxn modelId="{901719A9-F62F-4BFE-ABAB-72EFD056A937}" srcId="{50388188-C88B-44C2-B9EB-E7047BF8466A}" destId="{53A7502A-8257-45E7-B2EB-89ECF42808FD}" srcOrd="2" destOrd="0" parTransId="{B3EF121D-FD17-4012-AF89-C6423D5E6A89}" sibTransId="{E54A635F-B25E-4B9A-937E-4E16547D61CC}"/>
    <dgm:cxn modelId="{D7BC49B2-9BBF-4CF2-BE2E-E708D297943E}" srcId="{50388188-C88B-44C2-B9EB-E7047BF8466A}" destId="{E955A9E4-4990-4528-91F7-ABFFD82C4980}" srcOrd="4" destOrd="0" parTransId="{B967E216-1A97-4D88-AB7A-1194E6ACAD68}" sibTransId="{49CF2E08-8C72-4C58-8CA7-297C8A119672}"/>
    <dgm:cxn modelId="{46AE20BC-A209-48FD-AD18-1875656E5711}" type="presOf" srcId="{E955A9E4-4990-4528-91F7-ABFFD82C4980}" destId="{318F67B4-6417-418D-B638-E5F32FCE8088}" srcOrd="0" destOrd="0" presId="urn:microsoft.com/office/officeart/2018/2/layout/IconLabelList"/>
    <dgm:cxn modelId="{4C239FD1-E949-4428-A299-F2EEAA859594}" type="presOf" srcId="{1479B28A-C4E9-4526-847C-2333C4A61824}" destId="{74841EAA-2AE1-4438-B1AE-C37EA6B94968}" srcOrd="0" destOrd="0" presId="urn:microsoft.com/office/officeart/2018/2/layout/IconLabelList"/>
    <dgm:cxn modelId="{CB36ABD7-2685-4240-9AC7-E9DE68B8FAF7}" type="presOf" srcId="{53A7502A-8257-45E7-B2EB-89ECF42808FD}" destId="{76399B05-E80D-4D4A-B613-627476BB05C4}" srcOrd="0" destOrd="0" presId="urn:microsoft.com/office/officeart/2018/2/layout/IconLabelList"/>
    <dgm:cxn modelId="{3AE394F2-791F-4421-8FBE-43ACE2FDE76E}" type="presParOf" srcId="{BCD22F15-B95F-4DA1-AD5B-46BDF0DA6515}" destId="{ACD13CF4-6E57-4AEB-AE68-0A7351D22AAE}" srcOrd="0" destOrd="0" presId="urn:microsoft.com/office/officeart/2018/2/layout/IconLabelList"/>
    <dgm:cxn modelId="{7ED4AEA0-9ED3-4023-A947-4ACDD12983C9}" type="presParOf" srcId="{ACD13CF4-6E57-4AEB-AE68-0A7351D22AAE}" destId="{C72934D9-E038-4802-B9D7-2CA07AD761F8}" srcOrd="0" destOrd="0" presId="urn:microsoft.com/office/officeart/2018/2/layout/IconLabelList"/>
    <dgm:cxn modelId="{117F0B2F-7BFD-4279-9E00-4DC2DFD46FA3}" type="presParOf" srcId="{ACD13CF4-6E57-4AEB-AE68-0A7351D22AAE}" destId="{16C65B7E-ED0B-4DDD-9078-0CF81336A485}" srcOrd="1" destOrd="0" presId="urn:microsoft.com/office/officeart/2018/2/layout/IconLabelList"/>
    <dgm:cxn modelId="{42D9DA8E-D252-425B-890C-10F129C2A869}" type="presParOf" srcId="{ACD13CF4-6E57-4AEB-AE68-0A7351D22AAE}" destId="{74841EAA-2AE1-4438-B1AE-C37EA6B94968}" srcOrd="2" destOrd="0" presId="urn:microsoft.com/office/officeart/2018/2/layout/IconLabelList"/>
    <dgm:cxn modelId="{8604BEF9-514B-4139-ABF3-347D78702EE8}" type="presParOf" srcId="{BCD22F15-B95F-4DA1-AD5B-46BDF0DA6515}" destId="{525D0EFC-D2D5-4389-95F3-8D2077E9AFED}" srcOrd="1" destOrd="0" presId="urn:microsoft.com/office/officeart/2018/2/layout/IconLabelList"/>
    <dgm:cxn modelId="{0A05026C-9895-48F8-B48A-C0C47FF3EF84}" type="presParOf" srcId="{BCD22F15-B95F-4DA1-AD5B-46BDF0DA6515}" destId="{A1EE7F07-4733-4027-B6B1-0B23EFC99564}" srcOrd="2" destOrd="0" presId="urn:microsoft.com/office/officeart/2018/2/layout/IconLabelList"/>
    <dgm:cxn modelId="{A9A9CFC4-05AD-439F-8CDD-3B13125F6CAE}" type="presParOf" srcId="{A1EE7F07-4733-4027-B6B1-0B23EFC99564}" destId="{7E2F1650-BA8B-42A6-AFDA-EE9A294CE90D}" srcOrd="0" destOrd="0" presId="urn:microsoft.com/office/officeart/2018/2/layout/IconLabelList"/>
    <dgm:cxn modelId="{FC3CDFB9-4C11-44BA-9287-9F94E76290E7}" type="presParOf" srcId="{A1EE7F07-4733-4027-B6B1-0B23EFC99564}" destId="{08C1924F-C3D5-424D-A115-3830795629C2}" srcOrd="1" destOrd="0" presId="urn:microsoft.com/office/officeart/2018/2/layout/IconLabelList"/>
    <dgm:cxn modelId="{826CB91C-F1C7-4242-BCB5-460935A098AF}" type="presParOf" srcId="{A1EE7F07-4733-4027-B6B1-0B23EFC99564}" destId="{F91992D2-F15F-4B7B-9753-FE6BA8BBCBBC}" srcOrd="2" destOrd="0" presId="urn:microsoft.com/office/officeart/2018/2/layout/IconLabelList"/>
    <dgm:cxn modelId="{C4FA2FC9-8FCE-4EB6-8626-3983E337F872}" type="presParOf" srcId="{BCD22F15-B95F-4DA1-AD5B-46BDF0DA6515}" destId="{DB695867-9085-4B91-B26A-9A02662E4408}" srcOrd="3" destOrd="0" presId="urn:microsoft.com/office/officeart/2018/2/layout/IconLabelList"/>
    <dgm:cxn modelId="{FC49D921-3C84-4B6A-A81A-8C8DC73B2ED5}" type="presParOf" srcId="{BCD22F15-B95F-4DA1-AD5B-46BDF0DA6515}" destId="{C7BDAC1E-5CC6-462C-8EBE-C1676B22C0AC}" srcOrd="4" destOrd="0" presId="urn:microsoft.com/office/officeart/2018/2/layout/IconLabelList"/>
    <dgm:cxn modelId="{A86536D5-420E-4372-B1B8-3B9BCD4D8098}" type="presParOf" srcId="{C7BDAC1E-5CC6-462C-8EBE-C1676B22C0AC}" destId="{75282DC2-9B48-46E8-A445-9E505955D352}" srcOrd="0" destOrd="0" presId="urn:microsoft.com/office/officeart/2018/2/layout/IconLabelList"/>
    <dgm:cxn modelId="{ED0955AA-635F-4A23-9483-E8A83265AA73}" type="presParOf" srcId="{C7BDAC1E-5CC6-462C-8EBE-C1676B22C0AC}" destId="{099657D9-CA30-4EFB-9F5F-6C7625DDD3BF}" srcOrd="1" destOrd="0" presId="urn:microsoft.com/office/officeart/2018/2/layout/IconLabelList"/>
    <dgm:cxn modelId="{5C92BD26-90B7-4A3D-BB27-126C94042540}" type="presParOf" srcId="{C7BDAC1E-5CC6-462C-8EBE-C1676B22C0AC}" destId="{76399B05-E80D-4D4A-B613-627476BB05C4}" srcOrd="2" destOrd="0" presId="urn:microsoft.com/office/officeart/2018/2/layout/IconLabelList"/>
    <dgm:cxn modelId="{49508113-24F8-4AAE-BF87-E80520A17143}" type="presParOf" srcId="{BCD22F15-B95F-4DA1-AD5B-46BDF0DA6515}" destId="{32395BF5-7CC8-420D-9B06-E0E3AA425AE6}" srcOrd="5" destOrd="0" presId="urn:microsoft.com/office/officeart/2018/2/layout/IconLabelList"/>
    <dgm:cxn modelId="{3005833D-02B8-4D8C-8399-37DC063FC115}" type="presParOf" srcId="{BCD22F15-B95F-4DA1-AD5B-46BDF0DA6515}" destId="{D0AC36AA-6F76-493B-81C2-F991C32B7B30}" srcOrd="6" destOrd="0" presId="urn:microsoft.com/office/officeart/2018/2/layout/IconLabelList"/>
    <dgm:cxn modelId="{8C975738-3757-4FAD-82B4-44272E240382}" type="presParOf" srcId="{D0AC36AA-6F76-493B-81C2-F991C32B7B30}" destId="{684A28FE-6C29-401A-A0E6-3B2752BDC744}" srcOrd="0" destOrd="0" presId="urn:microsoft.com/office/officeart/2018/2/layout/IconLabelList"/>
    <dgm:cxn modelId="{E9FD9DF9-3B10-4E1B-B5B0-A975EF264286}" type="presParOf" srcId="{D0AC36AA-6F76-493B-81C2-F991C32B7B30}" destId="{D7976080-D812-4433-B232-C4BFB6E92EDE}" srcOrd="1" destOrd="0" presId="urn:microsoft.com/office/officeart/2018/2/layout/IconLabelList"/>
    <dgm:cxn modelId="{1A5CC6DE-E0FA-4BA4-8C42-9B2530F93570}" type="presParOf" srcId="{D0AC36AA-6F76-493B-81C2-F991C32B7B30}" destId="{3EC14619-FAC9-4138-A420-A2EEBAE43EC2}" srcOrd="2" destOrd="0" presId="urn:microsoft.com/office/officeart/2018/2/layout/IconLabelList"/>
    <dgm:cxn modelId="{DEB105D5-721A-45A8-9C74-3A4078CF8CF8}" type="presParOf" srcId="{BCD22F15-B95F-4DA1-AD5B-46BDF0DA6515}" destId="{7448A9D7-EDB3-4FF0-8D19-7FEC3B7159D4}" srcOrd="7" destOrd="0" presId="urn:microsoft.com/office/officeart/2018/2/layout/IconLabelList"/>
    <dgm:cxn modelId="{645880AE-1870-4CA1-B724-2F5AFE10B937}" type="presParOf" srcId="{BCD22F15-B95F-4DA1-AD5B-46BDF0DA6515}" destId="{6FB8B215-B398-4240-881B-5D55E07D40EB}" srcOrd="8" destOrd="0" presId="urn:microsoft.com/office/officeart/2018/2/layout/IconLabelList"/>
    <dgm:cxn modelId="{86CA3411-8D20-45E9-81B7-EE34C8268042}" type="presParOf" srcId="{6FB8B215-B398-4240-881B-5D55E07D40EB}" destId="{4DFCCFE5-1A73-4113-9268-99942D3007C4}" srcOrd="0" destOrd="0" presId="urn:microsoft.com/office/officeart/2018/2/layout/IconLabelList"/>
    <dgm:cxn modelId="{27159743-78BA-4A8C-83C8-52305FC8A434}" type="presParOf" srcId="{6FB8B215-B398-4240-881B-5D55E07D40EB}" destId="{FEEE3D5C-58C9-4136-BDAF-2CF11F11B4F0}" srcOrd="1" destOrd="0" presId="urn:microsoft.com/office/officeart/2018/2/layout/IconLabelList"/>
    <dgm:cxn modelId="{2FB4A7C6-BDEA-4AEC-999D-F82980EC6B4F}" type="presParOf" srcId="{6FB8B215-B398-4240-881B-5D55E07D40EB}" destId="{318F67B4-6417-418D-B638-E5F32FCE808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467ED9-E068-4B97-8D4B-CDF431D71FB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8AF863E-124B-4D97-94D6-1EEEE9B36CEA}">
      <dgm:prSet/>
      <dgm:spPr/>
      <dgm:t>
        <a:bodyPr/>
        <a:lstStyle/>
        <a:p>
          <a:r>
            <a:rPr lang="en-US"/>
            <a:t>Full sync retrieves 12-month historical data.</a:t>
          </a:r>
        </a:p>
      </dgm:t>
    </dgm:pt>
    <dgm:pt modelId="{CA89A7C4-CF14-4700-887E-A6F086C397C6}" type="parTrans" cxnId="{0858D503-8376-407E-8003-D815D4700531}">
      <dgm:prSet/>
      <dgm:spPr/>
      <dgm:t>
        <a:bodyPr/>
        <a:lstStyle/>
        <a:p>
          <a:endParaRPr lang="en-US"/>
        </a:p>
      </dgm:t>
    </dgm:pt>
    <dgm:pt modelId="{3AF50482-A164-4073-8B93-8E7D5F8936E1}" type="sibTrans" cxnId="{0858D503-8376-407E-8003-D815D4700531}">
      <dgm:prSet/>
      <dgm:spPr/>
      <dgm:t>
        <a:bodyPr/>
        <a:lstStyle/>
        <a:p>
          <a:endParaRPr lang="en-US"/>
        </a:p>
      </dgm:t>
    </dgm:pt>
    <dgm:pt modelId="{9BC4C0D7-E6E7-454A-9CF2-5116680E9CAF}">
      <dgm:prSet/>
      <dgm:spPr/>
      <dgm:t>
        <a:bodyPr/>
        <a:lstStyle/>
        <a:p>
          <a:r>
            <a:rPr lang="en-US"/>
            <a:t>Metadata includes timestamps, API request ID, ETL batch ID.</a:t>
          </a:r>
        </a:p>
      </dgm:t>
    </dgm:pt>
    <dgm:pt modelId="{12AC10C9-948A-4928-BCD0-BA0C5ECDB070}" type="parTrans" cxnId="{7A03E213-F82A-4B7C-9B32-9AB155B41285}">
      <dgm:prSet/>
      <dgm:spPr/>
      <dgm:t>
        <a:bodyPr/>
        <a:lstStyle/>
        <a:p>
          <a:endParaRPr lang="en-US"/>
        </a:p>
      </dgm:t>
    </dgm:pt>
    <dgm:pt modelId="{C848063B-5CFE-4715-807C-C8D0DBFE9D39}" type="sibTrans" cxnId="{7A03E213-F82A-4B7C-9B32-9AB155B41285}">
      <dgm:prSet/>
      <dgm:spPr/>
      <dgm:t>
        <a:bodyPr/>
        <a:lstStyle/>
        <a:p>
          <a:endParaRPr lang="en-US"/>
        </a:p>
      </dgm:t>
    </dgm:pt>
    <dgm:pt modelId="{3D1CF187-B313-0B4F-AA19-40D9976C5F89}" type="pres">
      <dgm:prSet presAssocID="{13467ED9-E068-4B97-8D4B-CDF431D71FB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6BC05DC-109A-C541-B34C-2D64BD61E388}" type="pres">
      <dgm:prSet presAssocID="{88AF863E-124B-4D97-94D6-1EEEE9B36CEA}" presName="hierRoot1" presStyleCnt="0"/>
      <dgm:spPr/>
    </dgm:pt>
    <dgm:pt modelId="{8F871F09-2512-FF43-9CA2-158BD7A13D16}" type="pres">
      <dgm:prSet presAssocID="{88AF863E-124B-4D97-94D6-1EEEE9B36CEA}" presName="composite" presStyleCnt="0"/>
      <dgm:spPr/>
    </dgm:pt>
    <dgm:pt modelId="{3AA90478-378E-3549-B023-3C46E82EAEE8}" type="pres">
      <dgm:prSet presAssocID="{88AF863E-124B-4D97-94D6-1EEEE9B36CEA}" presName="background" presStyleLbl="node0" presStyleIdx="0" presStyleCnt="2"/>
      <dgm:spPr/>
    </dgm:pt>
    <dgm:pt modelId="{2B01B576-EB47-544F-ACE4-3566CF294609}" type="pres">
      <dgm:prSet presAssocID="{88AF863E-124B-4D97-94D6-1EEEE9B36CEA}" presName="text" presStyleLbl="fgAcc0" presStyleIdx="0" presStyleCnt="2">
        <dgm:presLayoutVars>
          <dgm:chPref val="3"/>
        </dgm:presLayoutVars>
      </dgm:prSet>
      <dgm:spPr/>
    </dgm:pt>
    <dgm:pt modelId="{BBD56BEC-55EE-BB4A-B46B-D2F0DFB1C128}" type="pres">
      <dgm:prSet presAssocID="{88AF863E-124B-4D97-94D6-1EEEE9B36CEA}" presName="hierChild2" presStyleCnt="0"/>
      <dgm:spPr/>
    </dgm:pt>
    <dgm:pt modelId="{7AA9DE1E-7C5C-414E-A381-AD9DC6DEB0A5}" type="pres">
      <dgm:prSet presAssocID="{9BC4C0D7-E6E7-454A-9CF2-5116680E9CAF}" presName="hierRoot1" presStyleCnt="0"/>
      <dgm:spPr/>
    </dgm:pt>
    <dgm:pt modelId="{436E9157-B776-0A41-8010-58A2A73AFDF4}" type="pres">
      <dgm:prSet presAssocID="{9BC4C0D7-E6E7-454A-9CF2-5116680E9CAF}" presName="composite" presStyleCnt="0"/>
      <dgm:spPr/>
    </dgm:pt>
    <dgm:pt modelId="{59BE05CD-1EE7-B344-8F7A-50328A16E97C}" type="pres">
      <dgm:prSet presAssocID="{9BC4C0D7-E6E7-454A-9CF2-5116680E9CAF}" presName="background" presStyleLbl="node0" presStyleIdx="1" presStyleCnt="2"/>
      <dgm:spPr/>
    </dgm:pt>
    <dgm:pt modelId="{7D70B5FC-6DB4-5E4A-80B6-12959D028142}" type="pres">
      <dgm:prSet presAssocID="{9BC4C0D7-E6E7-454A-9CF2-5116680E9CAF}" presName="text" presStyleLbl="fgAcc0" presStyleIdx="1" presStyleCnt="2">
        <dgm:presLayoutVars>
          <dgm:chPref val="3"/>
        </dgm:presLayoutVars>
      </dgm:prSet>
      <dgm:spPr/>
    </dgm:pt>
    <dgm:pt modelId="{87DBE9CC-D518-EC45-ABEA-EB2608EDD217}" type="pres">
      <dgm:prSet presAssocID="{9BC4C0D7-E6E7-454A-9CF2-5116680E9CAF}" presName="hierChild2" presStyleCnt="0"/>
      <dgm:spPr/>
    </dgm:pt>
  </dgm:ptLst>
  <dgm:cxnLst>
    <dgm:cxn modelId="{0858D503-8376-407E-8003-D815D4700531}" srcId="{13467ED9-E068-4B97-8D4B-CDF431D71FB8}" destId="{88AF863E-124B-4D97-94D6-1EEEE9B36CEA}" srcOrd="0" destOrd="0" parTransId="{CA89A7C4-CF14-4700-887E-A6F086C397C6}" sibTransId="{3AF50482-A164-4073-8B93-8E7D5F8936E1}"/>
    <dgm:cxn modelId="{7A03E213-F82A-4B7C-9B32-9AB155B41285}" srcId="{13467ED9-E068-4B97-8D4B-CDF431D71FB8}" destId="{9BC4C0D7-E6E7-454A-9CF2-5116680E9CAF}" srcOrd="1" destOrd="0" parTransId="{12AC10C9-948A-4928-BCD0-BA0C5ECDB070}" sibTransId="{C848063B-5CFE-4715-807C-C8D0DBFE9D39}"/>
    <dgm:cxn modelId="{447C0D15-7A38-AA4D-BE2E-CC7CC4573B63}" type="presOf" srcId="{13467ED9-E068-4B97-8D4B-CDF431D71FB8}" destId="{3D1CF187-B313-0B4F-AA19-40D9976C5F89}" srcOrd="0" destOrd="0" presId="urn:microsoft.com/office/officeart/2005/8/layout/hierarchy1"/>
    <dgm:cxn modelId="{A25DEF7D-2506-1C4F-A556-D3FC71C2213A}" type="presOf" srcId="{9BC4C0D7-E6E7-454A-9CF2-5116680E9CAF}" destId="{7D70B5FC-6DB4-5E4A-80B6-12959D028142}" srcOrd="0" destOrd="0" presId="urn:microsoft.com/office/officeart/2005/8/layout/hierarchy1"/>
    <dgm:cxn modelId="{AD62FBDD-0A92-7A44-99EE-DFEBBF5E6E85}" type="presOf" srcId="{88AF863E-124B-4D97-94D6-1EEEE9B36CEA}" destId="{2B01B576-EB47-544F-ACE4-3566CF294609}" srcOrd="0" destOrd="0" presId="urn:microsoft.com/office/officeart/2005/8/layout/hierarchy1"/>
    <dgm:cxn modelId="{109E7B82-F350-6A46-8D3A-140F1A7B18B4}" type="presParOf" srcId="{3D1CF187-B313-0B4F-AA19-40D9976C5F89}" destId="{76BC05DC-109A-C541-B34C-2D64BD61E388}" srcOrd="0" destOrd="0" presId="urn:microsoft.com/office/officeart/2005/8/layout/hierarchy1"/>
    <dgm:cxn modelId="{14196CEF-F4E4-9D4C-98AE-765A70B258B8}" type="presParOf" srcId="{76BC05DC-109A-C541-B34C-2D64BD61E388}" destId="{8F871F09-2512-FF43-9CA2-158BD7A13D16}" srcOrd="0" destOrd="0" presId="urn:microsoft.com/office/officeart/2005/8/layout/hierarchy1"/>
    <dgm:cxn modelId="{7A0540D0-BA72-9E4B-A8E7-4C72507044D2}" type="presParOf" srcId="{8F871F09-2512-FF43-9CA2-158BD7A13D16}" destId="{3AA90478-378E-3549-B023-3C46E82EAEE8}" srcOrd="0" destOrd="0" presId="urn:microsoft.com/office/officeart/2005/8/layout/hierarchy1"/>
    <dgm:cxn modelId="{C8D0C52E-B7A7-F743-A0CD-1FD415009F35}" type="presParOf" srcId="{8F871F09-2512-FF43-9CA2-158BD7A13D16}" destId="{2B01B576-EB47-544F-ACE4-3566CF294609}" srcOrd="1" destOrd="0" presId="urn:microsoft.com/office/officeart/2005/8/layout/hierarchy1"/>
    <dgm:cxn modelId="{18B8A6D1-A7C8-2D4B-A9B1-23FD1FED5676}" type="presParOf" srcId="{76BC05DC-109A-C541-B34C-2D64BD61E388}" destId="{BBD56BEC-55EE-BB4A-B46B-D2F0DFB1C128}" srcOrd="1" destOrd="0" presId="urn:microsoft.com/office/officeart/2005/8/layout/hierarchy1"/>
    <dgm:cxn modelId="{10707E57-8643-BA4E-BBC9-BB3D3BE3D727}" type="presParOf" srcId="{3D1CF187-B313-0B4F-AA19-40D9976C5F89}" destId="{7AA9DE1E-7C5C-414E-A381-AD9DC6DEB0A5}" srcOrd="1" destOrd="0" presId="urn:microsoft.com/office/officeart/2005/8/layout/hierarchy1"/>
    <dgm:cxn modelId="{CB039874-3032-564A-B7F6-8CCF898BE655}" type="presParOf" srcId="{7AA9DE1E-7C5C-414E-A381-AD9DC6DEB0A5}" destId="{436E9157-B776-0A41-8010-58A2A73AFDF4}" srcOrd="0" destOrd="0" presId="urn:microsoft.com/office/officeart/2005/8/layout/hierarchy1"/>
    <dgm:cxn modelId="{58A9B30D-6B6C-BA4A-8641-D8A4DC406A4F}" type="presParOf" srcId="{436E9157-B776-0A41-8010-58A2A73AFDF4}" destId="{59BE05CD-1EE7-B344-8F7A-50328A16E97C}" srcOrd="0" destOrd="0" presId="urn:microsoft.com/office/officeart/2005/8/layout/hierarchy1"/>
    <dgm:cxn modelId="{DBC0B76A-B152-3A4F-8AE1-3CC76E12B0AB}" type="presParOf" srcId="{436E9157-B776-0A41-8010-58A2A73AFDF4}" destId="{7D70B5FC-6DB4-5E4A-80B6-12959D028142}" srcOrd="1" destOrd="0" presId="urn:microsoft.com/office/officeart/2005/8/layout/hierarchy1"/>
    <dgm:cxn modelId="{A7F169A8-1F90-204E-B924-606A226C9C82}" type="presParOf" srcId="{7AA9DE1E-7C5C-414E-A381-AD9DC6DEB0A5}" destId="{87DBE9CC-D518-EC45-ABEA-EB2608EDD21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451303-3D56-40CB-981F-6D108930964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857656A-D5E4-4B77-90C1-A694EA7E9430}">
      <dgm:prSet/>
      <dgm:spPr/>
      <dgm:t>
        <a:bodyPr/>
        <a:lstStyle/>
        <a:p>
          <a:r>
            <a:rPr lang="en-US"/>
            <a:t>Partial sync aggregates: avg temperature, total rainfall.</a:t>
          </a:r>
        </a:p>
      </dgm:t>
    </dgm:pt>
    <dgm:pt modelId="{0E08A5B2-1257-472F-A26C-F4DC115F4F57}" type="parTrans" cxnId="{EB2AB6D7-63A4-4113-8D7B-FC78D9C3DEAF}">
      <dgm:prSet/>
      <dgm:spPr/>
      <dgm:t>
        <a:bodyPr/>
        <a:lstStyle/>
        <a:p>
          <a:endParaRPr lang="en-US"/>
        </a:p>
      </dgm:t>
    </dgm:pt>
    <dgm:pt modelId="{EDCE4E77-C22C-4914-AF1E-071B2BFF19F7}" type="sibTrans" cxnId="{EB2AB6D7-63A4-4113-8D7B-FC78D9C3DEAF}">
      <dgm:prSet/>
      <dgm:spPr/>
      <dgm:t>
        <a:bodyPr/>
        <a:lstStyle/>
        <a:p>
          <a:endParaRPr lang="en-US"/>
        </a:p>
      </dgm:t>
    </dgm:pt>
    <dgm:pt modelId="{6950F1F2-3241-434D-9171-A67EF09C01DF}">
      <dgm:prSet/>
      <dgm:spPr/>
      <dgm:t>
        <a:bodyPr/>
        <a:lstStyle/>
        <a:p>
          <a:r>
            <a:rPr lang="en-US"/>
            <a:t>Metadata: warehouse load time, rows loaded, sync interval.</a:t>
          </a:r>
        </a:p>
      </dgm:t>
    </dgm:pt>
    <dgm:pt modelId="{E513F276-C8C4-42CE-B62B-22721350AAAC}" type="parTrans" cxnId="{CA428A79-F7CF-4279-8BE1-FD39BF1E75E3}">
      <dgm:prSet/>
      <dgm:spPr/>
      <dgm:t>
        <a:bodyPr/>
        <a:lstStyle/>
        <a:p>
          <a:endParaRPr lang="en-US"/>
        </a:p>
      </dgm:t>
    </dgm:pt>
    <dgm:pt modelId="{6EFA5BFA-A5A3-4718-900F-AC14C0BD0F40}" type="sibTrans" cxnId="{CA428A79-F7CF-4279-8BE1-FD39BF1E75E3}">
      <dgm:prSet/>
      <dgm:spPr/>
      <dgm:t>
        <a:bodyPr/>
        <a:lstStyle/>
        <a:p>
          <a:endParaRPr lang="en-US"/>
        </a:p>
      </dgm:t>
    </dgm:pt>
    <dgm:pt modelId="{055FFE1B-0EA6-431D-ACF9-8ECD212273A0}" type="pres">
      <dgm:prSet presAssocID="{26451303-3D56-40CB-981F-6D1089309640}" presName="root" presStyleCnt="0">
        <dgm:presLayoutVars>
          <dgm:dir/>
          <dgm:resizeHandles val="exact"/>
        </dgm:presLayoutVars>
      </dgm:prSet>
      <dgm:spPr/>
    </dgm:pt>
    <dgm:pt modelId="{8FC1732B-33EF-4F26-83D3-3A80616EB779}" type="pres">
      <dgm:prSet presAssocID="{6857656A-D5E4-4B77-90C1-A694EA7E9430}" presName="compNode" presStyleCnt="0"/>
      <dgm:spPr/>
    </dgm:pt>
    <dgm:pt modelId="{E418CD3A-1AA1-429F-9465-B3FA137E14B2}" type="pres">
      <dgm:prSet presAssocID="{6857656A-D5E4-4B77-90C1-A694EA7E9430}" presName="bgRect" presStyleLbl="bgShp" presStyleIdx="0" presStyleCnt="2"/>
      <dgm:spPr/>
    </dgm:pt>
    <dgm:pt modelId="{0A0D0E3E-7C55-413C-83FB-30BE2955B87A}" type="pres">
      <dgm:prSet presAssocID="{6857656A-D5E4-4B77-90C1-A694EA7E943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35DEE7BD-5867-45C7-B559-384C508E76E6}" type="pres">
      <dgm:prSet presAssocID="{6857656A-D5E4-4B77-90C1-A694EA7E9430}" presName="spaceRect" presStyleCnt="0"/>
      <dgm:spPr/>
    </dgm:pt>
    <dgm:pt modelId="{3761FBAE-C675-48F1-9811-D881A33E508E}" type="pres">
      <dgm:prSet presAssocID="{6857656A-D5E4-4B77-90C1-A694EA7E9430}" presName="parTx" presStyleLbl="revTx" presStyleIdx="0" presStyleCnt="2">
        <dgm:presLayoutVars>
          <dgm:chMax val="0"/>
          <dgm:chPref val="0"/>
        </dgm:presLayoutVars>
      </dgm:prSet>
      <dgm:spPr/>
    </dgm:pt>
    <dgm:pt modelId="{31436EDF-5403-4C9C-9597-7C2FC56B0FDC}" type="pres">
      <dgm:prSet presAssocID="{EDCE4E77-C22C-4914-AF1E-071B2BFF19F7}" presName="sibTrans" presStyleCnt="0"/>
      <dgm:spPr/>
    </dgm:pt>
    <dgm:pt modelId="{B9644DBE-CF60-4F16-9225-B7B28699ADC8}" type="pres">
      <dgm:prSet presAssocID="{6950F1F2-3241-434D-9171-A67EF09C01DF}" presName="compNode" presStyleCnt="0"/>
      <dgm:spPr/>
    </dgm:pt>
    <dgm:pt modelId="{5F583E02-5CA8-4E89-BB37-8B0AB62C64C0}" type="pres">
      <dgm:prSet presAssocID="{6950F1F2-3241-434D-9171-A67EF09C01DF}" presName="bgRect" presStyleLbl="bgShp" presStyleIdx="1" presStyleCnt="2"/>
      <dgm:spPr/>
    </dgm:pt>
    <dgm:pt modelId="{5EB1F0F3-FFC5-40E5-A47B-010420624259}" type="pres">
      <dgm:prSet presAssocID="{6950F1F2-3241-434D-9171-A67EF09C01D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15003C3-2215-4545-81CC-E797BD60679D}" type="pres">
      <dgm:prSet presAssocID="{6950F1F2-3241-434D-9171-A67EF09C01DF}" presName="spaceRect" presStyleCnt="0"/>
      <dgm:spPr/>
    </dgm:pt>
    <dgm:pt modelId="{93C91C68-BB6F-4BA7-83DD-0C60423B31C3}" type="pres">
      <dgm:prSet presAssocID="{6950F1F2-3241-434D-9171-A67EF09C01D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E9DDE0C-8E3C-4E0A-8D77-5E9958BE451C}" type="presOf" srcId="{26451303-3D56-40CB-981F-6D1089309640}" destId="{055FFE1B-0EA6-431D-ACF9-8ECD212273A0}" srcOrd="0" destOrd="0" presId="urn:microsoft.com/office/officeart/2018/2/layout/IconVerticalSolidList"/>
    <dgm:cxn modelId="{CEA8A275-4AB3-43F0-A713-1ACECD2E98A9}" type="presOf" srcId="{6950F1F2-3241-434D-9171-A67EF09C01DF}" destId="{93C91C68-BB6F-4BA7-83DD-0C60423B31C3}" srcOrd="0" destOrd="0" presId="urn:microsoft.com/office/officeart/2018/2/layout/IconVerticalSolidList"/>
    <dgm:cxn modelId="{CA428A79-F7CF-4279-8BE1-FD39BF1E75E3}" srcId="{26451303-3D56-40CB-981F-6D1089309640}" destId="{6950F1F2-3241-434D-9171-A67EF09C01DF}" srcOrd="1" destOrd="0" parTransId="{E513F276-C8C4-42CE-B62B-22721350AAAC}" sibTransId="{6EFA5BFA-A5A3-4718-900F-AC14C0BD0F40}"/>
    <dgm:cxn modelId="{22DAFDD3-560E-495B-929A-51CAD08A1A0B}" type="presOf" srcId="{6857656A-D5E4-4B77-90C1-A694EA7E9430}" destId="{3761FBAE-C675-48F1-9811-D881A33E508E}" srcOrd="0" destOrd="0" presId="urn:microsoft.com/office/officeart/2018/2/layout/IconVerticalSolidList"/>
    <dgm:cxn modelId="{EB2AB6D7-63A4-4113-8D7B-FC78D9C3DEAF}" srcId="{26451303-3D56-40CB-981F-6D1089309640}" destId="{6857656A-D5E4-4B77-90C1-A694EA7E9430}" srcOrd="0" destOrd="0" parTransId="{0E08A5B2-1257-472F-A26C-F4DC115F4F57}" sibTransId="{EDCE4E77-C22C-4914-AF1E-071B2BFF19F7}"/>
    <dgm:cxn modelId="{536A6F6A-B747-4E9F-8F59-930FF7E683ED}" type="presParOf" srcId="{055FFE1B-0EA6-431D-ACF9-8ECD212273A0}" destId="{8FC1732B-33EF-4F26-83D3-3A80616EB779}" srcOrd="0" destOrd="0" presId="urn:microsoft.com/office/officeart/2018/2/layout/IconVerticalSolidList"/>
    <dgm:cxn modelId="{64671F5B-BDF0-4FDB-8EFA-39F1F2A9372E}" type="presParOf" srcId="{8FC1732B-33EF-4F26-83D3-3A80616EB779}" destId="{E418CD3A-1AA1-429F-9465-B3FA137E14B2}" srcOrd="0" destOrd="0" presId="urn:microsoft.com/office/officeart/2018/2/layout/IconVerticalSolidList"/>
    <dgm:cxn modelId="{0AB12353-33B6-494C-87AA-7497731E27CE}" type="presParOf" srcId="{8FC1732B-33EF-4F26-83D3-3A80616EB779}" destId="{0A0D0E3E-7C55-413C-83FB-30BE2955B87A}" srcOrd="1" destOrd="0" presId="urn:microsoft.com/office/officeart/2018/2/layout/IconVerticalSolidList"/>
    <dgm:cxn modelId="{A2893AF0-235A-48B5-BAA4-4AB856FF911F}" type="presParOf" srcId="{8FC1732B-33EF-4F26-83D3-3A80616EB779}" destId="{35DEE7BD-5867-45C7-B559-384C508E76E6}" srcOrd="2" destOrd="0" presId="urn:microsoft.com/office/officeart/2018/2/layout/IconVerticalSolidList"/>
    <dgm:cxn modelId="{5AE4D821-D597-4E4D-B8E4-CED3FA5B056E}" type="presParOf" srcId="{8FC1732B-33EF-4F26-83D3-3A80616EB779}" destId="{3761FBAE-C675-48F1-9811-D881A33E508E}" srcOrd="3" destOrd="0" presId="urn:microsoft.com/office/officeart/2018/2/layout/IconVerticalSolidList"/>
    <dgm:cxn modelId="{DF1D2AF7-67AD-4AFB-885F-CB59AB89026F}" type="presParOf" srcId="{055FFE1B-0EA6-431D-ACF9-8ECD212273A0}" destId="{31436EDF-5403-4C9C-9597-7C2FC56B0FDC}" srcOrd="1" destOrd="0" presId="urn:microsoft.com/office/officeart/2018/2/layout/IconVerticalSolidList"/>
    <dgm:cxn modelId="{376EC8B9-4B7B-47CD-BF75-B754A67ABF6D}" type="presParOf" srcId="{055FFE1B-0EA6-431D-ACF9-8ECD212273A0}" destId="{B9644DBE-CF60-4F16-9225-B7B28699ADC8}" srcOrd="2" destOrd="0" presId="urn:microsoft.com/office/officeart/2018/2/layout/IconVerticalSolidList"/>
    <dgm:cxn modelId="{2271C815-17A9-45CC-8F88-4E64B62913B4}" type="presParOf" srcId="{B9644DBE-CF60-4F16-9225-B7B28699ADC8}" destId="{5F583E02-5CA8-4E89-BB37-8B0AB62C64C0}" srcOrd="0" destOrd="0" presId="urn:microsoft.com/office/officeart/2018/2/layout/IconVerticalSolidList"/>
    <dgm:cxn modelId="{CAF4A1E2-93D6-4400-83E5-1665B9DA6B99}" type="presParOf" srcId="{B9644DBE-CF60-4F16-9225-B7B28699ADC8}" destId="{5EB1F0F3-FFC5-40E5-A47B-010420624259}" srcOrd="1" destOrd="0" presId="urn:microsoft.com/office/officeart/2018/2/layout/IconVerticalSolidList"/>
    <dgm:cxn modelId="{549A7622-4E23-4EB2-A046-27822BC5D625}" type="presParOf" srcId="{B9644DBE-CF60-4F16-9225-B7B28699ADC8}" destId="{415003C3-2215-4545-81CC-E797BD60679D}" srcOrd="2" destOrd="0" presId="urn:microsoft.com/office/officeart/2018/2/layout/IconVerticalSolidList"/>
    <dgm:cxn modelId="{D287B5A4-FC80-48C3-A233-8B855B49F0B1}" type="presParOf" srcId="{B9644DBE-CF60-4F16-9225-B7B28699ADC8}" destId="{93C91C68-BB6F-4BA7-83DD-0C60423B31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E6EA54E-2642-489E-B369-0865C9FE555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96470B1-3996-4017-97BE-332326AA7A7A}">
      <dgm:prSet/>
      <dgm:spPr/>
      <dgm:t>
        <a:bodyPr/>
        <a:lstStyle/>
        <a:p>
          <a:r>
            <a:rPr lang="en-US"/>
            <a:t>Smooth MongoDB ingestion.</a:t>
          </a:r>
        </a:p>
      </dgm:t>
    </dgm:pt>
    <dgm:pt modelId="{63CAFEC2-0902-4E91-AA11-59C09960F893}" type="parTrans" cxnId="{E47409A1-F752-4B15-AEF0-FDE8859E6959}">
      <dgm:prSet/>
      <dgm:spPr/>
      <dgm:t>
        <a:bodyPr/>
        <a:lstStyle/>
        <a:p>
          <a:endParaRPr lang="en-US"/>
        </a:p>
      </dgm:t>
    </dgm:pt>
    <dgm:pt modelId="{90B026F8-3DDC-4B90-B4D3-D4D3785069FA}" type="sibTrans" cxnId="{E47409A1-F752-4B15-AEF0-FDE8859E6959}">
      <dgm:prSet/>
      <dgm:spPr/>
      <dgm:t>
        <a:bodyPr/>
        <a:lstStyle/>
        <a:p>
          <a:endParaRPr lang="en-US"/>
        </a:p>
      </dgm:t>
    </dgm:pt>
    <dgm:pt modelId="{25ADB94E-4826-41FE-B7FC-6FE8D18685BC}">
      <dgm:prSet/>
      <dgm:spPr/>
      <dgm:t>
        <a:bodyPr/>
        <a:lstStyle/>
        <a:p>
          <a:r>
            <a:rPr lang="en-US"/>
            <a:t>Reliable ClickHouse aggregation.</a:t>
          </a:r>
        </a:p>
      </dgm:t>
    </dgm:pt>
    <dgm:pt modelId="{9B480C85-EC59-48DF-BF10-81DCA50F8335}" type="parTrans" cxnId="{D120E05E-6F92-40A7-BA35-BF8C02C6C5A2}">
      <dgm:prSet/>
      <dgm:spPr/>
      <dgm:t>
        <a:bodyPr/>
        <a:lstStyle/>
        <a:p>
          <a:endParaRPr lang="en-US"/>
        </a:p>
      </dgm:t>
    </dgm:pt>
    <dgm:pt modelId="{A199A818-7F28-4BB8-A996-75D1269ED4FC}" type="sibTrans" cxnId="{D120E05E-6F92-40A7-BA35-BF8C02C6C5A2}">
      <dgm:prSet/>
      <dgm:spPr/>
      <dgm:t>
        <a:bodyPr/>
        <a:lstStyle/>
        <a:p>
          <a:endParaRPr lang="en-US"/>
        </a:p>
      </dgm:t>
    </dgm:pt>
    <dgm:pt modelId="{555C3FAD-849D-46F0-86A0-580349512A7F}">
      <dgm:prSet/>
      <dgm:spPr/>
      <dgm:t>
        <a:bodyPr/>
        <a:lstStyle/>
        <a:p>
          <a:r>
            <a:rPr lang="en-US"/>
            <a:t>Redis caching improved dashboard speed.</a:t>
          </a:r>
        </a:p>
      </dgm:t>
    </dgm:pt>
    <dgm:pt modelId="{0C41677E-2AC3-4672-9022-E44A8D5D789B}" type="parTrans" cxnId="{22027FA5-5829-4357-B385-92CCA359378B}">
      <dgm:prSet/>
      <dgm:spPr/>
      <dgm:t>
        <a:bodyPr/>
        <a:lstStyle/>
        <a:p>
          <a:endParaRPr lang="en-US"/>
        </a:p>
      </dgm:t>
    </dgm:pt>
    <dgm:pt modelId="{BC2B6DA6-1B6A-484B-AB1C-87672BC2F478}" type="sibTrans" cxnId="{22027FA5-5829-4357-B385-92CCA359378B}">
      <dgm:prSet/>
      <dgm:spPr/>
      <dgm:t>
        <a:bodyPr/>
        <a:lstStyle/>
        <a:p>
          <a:endParaRPr lang="en-US"/>
        </a:p>
      </dgm:t>
    </dgm:pt>
    <dgm:pt modelId="{46B5A7A8-C9DB-4564-8696-465DBE5E96F7}" type="pres">
      <dgm:prSet presAssocID="{3E6EA54E-2642-489E-B369-0865C9FE555C}" presName="root" presStyleCnt="0">
        <dgm:presLayoutVars>
          <dgm:dir/>
          <dgm:resizeHandles val="exact"/>
        </dgm:presLayoutVars>
      </dgm:prSet>
      <dgm:spPr/>
    </dgm:pt>
    <dgm:pt modelId="{79494E22-33AC-41C1-81FD-562286863C9A}" type="pres">
      <dgm:prSet presAssocID="{096470B1-3996-4017-97BE-332326AA7A7A}" presName="compNode" presStyleCnt="0"/>
      <dgm:spPr/>
    </dgm:pt>
    <dgm:pt modelId="{8DECBEE3-35B7-474F-A8D0-67BF6A1A9C18}" type="pres">
      <dgm:prSet presAssocID="{096470B1-3996-4017-97BE-332326AA7A7A}" presName="bgRect" presStyleLbl="bgShp" presStyleIdx="0" presStyleCnt="3"/>
      <dgm:spPr/>
    </dgm:pt>
    <dgm:pt modelId="{41082942-01B3-4DBC-A44B-9DC5FA425735}" type="pres">
      <dgm:prSet presAssocID="{096470B1-3996-4017-97BE-332326AA7A7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3CBF462-DF06-49D8-AFCF-2B193F516A3B}" type="pres">
      <dgm:prSet presAssocID="{096470B1-3996-4017-97BE-332326AA7A7A}" presName="spaceRect" presStyleCnt="0"/>
      <dgm:spPr/>
    </dgm:pt>
    <dgm:pt modelId="{8C5C4135-E2BC-43FE-9E27-2E0B203BFC9D}" type="pres">
      <dgm:prSet presAssocID="{096470B1-3996-4017-97BE-332326AA7A7A}" presName="parTx" presStyleLbl="revTx" presStyleIdx="0" presStyleCnt="3">
        <dgm:presLayoutVars>
          <dgm:chMax val="0"/>
          <dgm:chPref val="0"/>
        </dgm:presLayoutVars>
      </dgm:prSet>
      <dgm:spPr/>
    </dgm:pt>
    <dgm:pt modelId="{65F406A2-8E1C-41F5-BA2E-0A6CB5CCF3DE}" type="pres">
      <dgm:prSet presAssocID="{90B026F8-3DDC-4B90-B4D3-D4D3785069FA}" presName="sibTrans" presStyleCnt="0"/>
      <dgm:spPr/>
    </dgm:pt>
    <dgm:pt modelId="{ED2F2747-025B-497F-A1DE-680F07633175}" type="pres">
      <dgm:prSet presAssocID="{25ADB94E-4826-41FE-B7FC-6FE8D18685BC}" presName="compNode" presStyleCnt="0"/>
      <dgm:spPr/>
    </dgm:pt>
    <dgm:pt modelId="{09C2739C-EBBE-40E0-BCAD-980CF1E04CA8}" type="pres">
      <dgm:prSet presAssocID="{25ADB94E-4826-41FE-B7FC-6FE8D18685BC}" presName="bgRect" presStyleLbl="bgShp" presStyleIdx="1" presStyleCnt="3"/>
      <dgm:spPr/>
    </dgm:pt>
    <dgm:pt modelId="{1B95C406-3501-48F7-8BA7-DFF7E3A953CB}" type="pres">
      <dgm:prSet presAssocID="{25ADB94E-4826-41FE-B7FC-6FE8D18685B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sh"/>
        </a:ext>
      </dgm:extLst>
    </dgm:pt>
    <dgm:pt modelId="{9F9BF564-40DF-4A76-8AEC-AE1653E38C35}" type="pres">
      <dgm:prSet presAssocID="{25ADB94E-4826-41FE-B7FC-6FE8D18685BC}" presName="spaceRect" presStyleCnt="0"/>
      <dgm:spPr/>
    </dgm:pt>
    <dgm:pt modelId="{A042174E-E05F-4EAC-AB18-177A91AB0D7C}" type="pres">
      <dgm:prSet presAssocID="{25ADB94E-4826-41FE-B7FC-6FE8D18685BC}" presName="parTx" presStyleLbl="revTx" presStyleIdx="1" presStyleCnt="3">
        <dgm:presLayoutVars>
          <dgm:chMax val="0"/>
          <dgm:chPref val="0"/>
        </dgm:presLayoutVars>
      </dgm:prSet>
      <dgm:spPr/>
    </dgm:pt>
    <dgm:pt modelId="{5F317E26-3429-4355-B5FC-F28FF2770BFE}" type="pres">
      <dgm:prSet presAssocID="{A199A818-7F28-4BB8-A996-75D1269ED4FC}" presName="sibTrans" presStyleCnt="0"/>
      <dgm:spPr/>
    </dgm:pt>
    <dgm:pt modelId="{F504915C-87D5-403A-8EA8-7A401DB5E330}" type="pres">
      <dgm:prSet presAssocID="{555C3FAD-849D-46F0-86A0-580349512A7F}" presName="compNode" presStyleCnt="0"/>
      <dgm:spPr/>
    </dgm:pt>
    <dgm:pt modelId="{07FF7E3A-327F-459B-8DC1-D771B49FE77F}" type="pres">
      <dgm:prSet presAssocID="{555C3FAD-849D-46F0-86A0-580349512A7F}" presName="bgRect" presStyleLbl="bgShp" presStyleIdx="2" presStyleCnt="3"/>
      <dgm:spPr/>
    </dgm:pt>
    <dgm:pt modelId="{BD5E4144-2306-40EA-ADA4-D677B491B811}" type="pres">
      <dgm:prSet presAssocID="{555C3FAD-849D-46F0-86A0-580349512A7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232F40D-2234-45CF-BAF1-7B5B1DFC38BE}" type="pres">
      <dgm:prSet presAssocID="{555C3FAD-849D-46F0-86A0-580349512A7F}" presName="spaceRect" presStyleCnt="0"/>
      <dgm:spPr/>
    </dgm:pt>
    <dgm:pt modelId="{2D4EC380-5721-473B-98C9-8B4E1E3A1CE5}" type="pres">
      <dgm:prSet presAssocID="{555C3FAD-849D-46F0-86A0-580349512A7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416DE50-2026-4AA1-98FA-7C607829BD45}" type="presOf" srcId="{096470B1-3996-4017-97BE-332326AA7A7A}" destId="{8C5C4135-E2BC-43FE-9E27-2E0B203BFC9D}" srcOrd="0" destOrd="0" presId="urn:microsoft.com/office/officeart/2018/2/layout/IconVerticalSolidList"/>
    <dgm:cxn modelId="{D120E05E-6F92-40A7-BA35-BF8C02C6C5A2}" srcId="{3E6EA54E-2642-489E-B369-0865C9FE555C}" destId="{25ADB94E-4826-41FE-B7FC-6FE8D18685BC}" srcOrd="1" destOrd="0" parTransId="{9B480C85-EC59-48DF-BF10-81DCA50F8335}" sibTransId="{A199A818-7F28-4BB8-A996-75D1269ED4FC}"/>
    <dgm:cxn modelId="{E47409A1-F752-4B15-AEF0-FDE8859E6959}" srcId="{3E6EA54E-2642-489E-B369-0865C9FE555C}" destId="{096470B1-3996-4017-97BE-332326AA7A7A}" srcOrd="0" destOrd="0" parTransId="{63CAFEC2-0902-4E91-AA11-59C09960F893}" sibTransId="{90B026F8-3DDC-4B90-B4D3-D4D3785069FA}"/>
    <dgm:cxn modelId="{22027FA5-5829-4357-B385-92CCA359378B}" srcId="{3E6EA54E-2642-489E-B369-0865C9FE555C}" destId="{555C3FAD-849D-46F0-86A0-580349512A7F}" srcOrd="2" destOrd="0" parTransId="{0C41677E-2AC3-4672-9022-E44A8D5D789B}" sibTransId="{BC2B6DA6-1B6A-484B-AB1C-87672BC2F478}"/>
    <dgm:cxn modelId="{5D1214B7-FAD7-4714-973E-7B95FB6A3616}" type="presOf" srcId="{3E6EA54E-2642-489E-B369-0865C9FE555C}" destId="{46B5A7A8-C9DB-4564-8696-465DBE5E96F7}" srcOrd="0" destOrd="0" presId="urn:microsoft.com/office/officeart/2018/2/layout/IconVerticalSolidList"/>
    <dgm:cxn modelId="{E0FB48F4-6FAC-4E4F-AC5E-A73CC9722A00}" type="presOf" srcId="{555C3FAD-849D-46F0-86A0-580349512A7F}" destId="{2D4EC380-5721-473B-98C9-8B4E1E3A1CE5}" srcOrd="0" destOrd="0" presId="urn:microsoft.com/office/officeart/2018/2/layout/IconVerticalSolidList"/>
    <dgm:cxn modelId="{16848AFE-8C6E-49D2-9A3B-AB0382A6DAC1}" type="presOf" srcId="{25ADB94E-4826-41FE-B7FC-6FE8D18685BC}" destId="{A042174E-E05F-4EAC-AB18-177A91AB0D7C}" srcOrd="0" destOrd="0" presId="urn:microsoft.com/office/officeart/2018/2/layout/IconVerticalSolidList"/>
    <dgm:cxn modelId="{64A0C616-435B-4335-B5D4-060CD67B8265}" type="presParOf" srcId="{46B5A7A8-C9DB-4564-8696-465DBE5E96F7}" destId="{79494E22-33AC-41C1-81FD-562286863C9A}" srcOrd="0" destOrd="0" presId="urn:microsoft.com/office/officeart/2018/2/layout/IconVerticalSolidList"/>
    <dgm:cxn modelId="{42C66D52-8FAB-4660-BF11-DF8F8638A826}" type="presParOf" srcId="{79494E22-33AC-41C1-81FD-562286863C9A}" destId="{8DECBEE3-35B7-474F-A8D0-67BF6A1A9C18}" srcOrd="0" destOrd="0" presId="urn:microsoft.com/office/officeart/2018/2/layout/IconVerticalSolidList"/>
    <dgm:cxn modelId="{8FB2F044-C1E4-4382-8B75-DC75D375BF1E}" type="presParOf" srcId="{79494E22-33AC-41C1-81FD-562286863C9A}" destId="{41082942-01B3-4DBC-A44B-9DC5FA425735}" srcOrd="1" destOrd="0" presId="urn:microsoft.com/office/officeart/2018/2/layout/IconVerticalSolidList"/>
    <dgm:cxn modelId="{05631A3B-725C-4977-B071-0BFD859D6EB9}" type="presParOf" srcId="{79494E22-33AC-41C1-81FD-562286863C9A}" destId="{D3CBF462-DF06-49D8-AFCF-2B193F516A3B}" srcOrd="2" destOrd="0" presId="urn:microsoft.com/office/officeart/2018/2/layout/IconVerticalSolidList"/>
    <dgm:cxn modelId="{B2EDAF67-9B1B-49A4-97CE-82864A109818}" type="presParOf" srcId="{79494E22-33AC-41C1-81FD-562286863C9A}" destId="{8C5C4135-E2BC-43FE-9E27-2E0B203BFC9D}" srcOrd="3" destOrd="0" presId="urn:microsoft.com/office/officeart/2018/2/layout/IconVerticalSolidList"/>
    <dgm:cxn modelId="{20747418-9FA3-4D93-89E8-61130B56FAEC}" type="presParOf" srcId="{46B5A7A8-C9DB-4564-8696-465DBE5E96F7}" destId="{65F406A2-8E1C-41F5-BA2E-0A6CB5CCF3DE}" srcOrd="1" destOrd="0" presId="urn:microsoft.com/office/officeart/2018/2/layout/IconVerticalSolidList"/>
    <dgm:cxn modelId="{86D92E65-1FAE-4EC9-BB87-E999E25224BD}" type="presParOf" srcId="{46B5A7A8-C9DB-4564-8696-465DBE5E96F7}" destId="{ED2F2747-025B-497F-A1DE-680F07633175}" srcOrd="2" destOrd="0" presId="urn:microsoft.com/office/officeart/2018/2/layout/IconVerticalSolidList"/>
    <dgm:cxn modelId="{02041B06-0C64-492F-9AD3-42BE370FAD2C}" type="presParOf" srcId="{ED2F2747-025B-497F-A1DE-680F07633175}" destId="{09C2739C-EBBE-40E0-BCAD-980CF1E04CA8}" srcOrd="0" destOrd="0" presId="urn:microsoft.com/office/officeart/2018/2/layout/IconVerticalSolidList"/>
    <dgm:cxn modelId="{5C1B962D-BEAD-496A-B4BE-EE346CEE7EDA}" type="presParOf" srcId="{ED2F2747-025B-497F-A1DE-680F07633175}" destId="{1B95C406-3501-48F7-8BA7-DFF7E3A953CB}" srcOrd="1" destOrd="0" presId="urn:microsoft.com/office/officeart/2018/2/layout/IconVerticalSolidList"/>
    <dgm:cxn modelId="{4A463081-198F-4DD1-A6FA-54576EDF2BFE}" type="presParOf" srcId="{ED2F2747-025B-497F-A1DE-680F07633175}" destId="{9F9BF564-40DF-4A76-8AEC-AE1653E38C35}" srcOrd="2" destOrd="0" presId="urn:microsoft.com/office/officeart/2018/2/layout/IconVerticalSolidList"/>
    <dgm:cxn modelId="{848CAE6A-C6CB-4CD6-BA4A-D2BC0EF79457}" type="presParOf" srcId="{ED2F2747-025B-497F-A1DE-680F07633175}" destId="{A042174E-E05F-4EAC-AB18-177A91AB0D7C}" srcOrd="3" destOrd="0" presId="urn:microsoft.com/office/officeart/2018/2/layout/IconVerticalSolidList"/>
    <dgm:cxn modelId="{7BBE4322-81A2-4CE2-9558-B01B35B00EF6}" type="presParOf" srcId="{46B5A7A8-C9DB-4564-8696-465DBE5E96F7}" destId="{5F317E26-3429-4355-B5FC-F28FF2770BFE}" srcOrd="3" destOrd="0" presId="urn:microsoft.com/office/officeart/2018/2/layout/IconVerticalSolidList"/>
    <dgm:cxn modelId="{2C4C2BDB-2F40-49CD-AA70-6815201626DF}" type="presParOf" srcId="{46B5A7A8-C9DB-4564-8696-465DBE5E96F7}" destId="{F504915C-87D5-403A-8EA8-7A401DB5E330}" srcOrd="4" destOrd="0" presId="urn:microsoft.com/office/officeart/2018/2/layout/IconVerticalSolidList"/>
    <dgm:cxn modelId="{D8753F42-51B5-410B-9CEF-8F805A236FB3}" type="presParOf" srcId="{F504915C-87D5-403A-8EA8-7A401DB5E330}" destId="{07FF7E3A-327F-459B-8DC1-D771B49FE77F}" srcOrd="0" destOrd="0" presId="urn:microsoft.com/office/officeart/2018/2/layout/IconVerticalSolidList"/>
    <dgm:cxn modelId="{F0D4A74E-D25C-4E16-986A-0E36239C91CF}" type="presParOf" srcId="{F504915C-87D5-403A-8EA8-7A401DB5E330}" destId="{BD5E4144-2306-40EA-ADA4-D677B491B811}" srcOrd="1" destOrd="0" presId="urn:microsoft.com/office/officeart/2018/2/layout/IconVerticalSolidList"/>
    <dgm:cxn modelId="{A8E8AD52-FD05-4587-A19D-A8AFE5D5872C}" type="presParOf" srcId="{F504915C-87D5-403A-8EA8-7A401DB5E330}" destId="{5232F40D-2234-45CF-BAF1-7B5B1DFC38BE}" srcOrd="2" destOrd="0" presId="urn:microsoft.com/office/officeart/2018/2/layout/IconVerticalSolidList"/>
    <dgm:cxn modelId="{F57F6576-2009-4F7D-8E90-30E8CC683C2C}" type="presParOf" srcId="{F504915C-87D5-403A-8EA8-7A401DB5E330}" destId="{2D4EC380-5721-473B-98C9-8B4E1E3A1C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01C364-535F-4E8B-BA75-881BE569D2E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E43709-EFE8-4596-A1D9-2FE4672D21BA}">
      <dgm:prSet/>
      <dgm:spPr/>
      <dgm:t>
        <a:bodyPr/>
        <a:lstStyle/>
        <a:p>
          <a:r>
            <a:rPr lang="en-US"/>
            <a:t>ClickHouse auth issues.</a:t>
          </a:r>
        </a:p>
      </dgm:t>
    </dgm:pt>
    <dgm:pt modelId="{51AE5C2A-6818-4365-8F04-48C90F8062B1}" type="parTrans" cxnId="{0A790E04-1DD2-4B75-8C55-A1E98E90BE35}">
      <dgm:prSet/>
      <dgm:spPr/>
      <dgm:t>
        <a:bodyPr/>
        <a:lstStyle/>
        <a:p>
          <a:endParaRPr lang="en-US"/>
        </a:p>
      </dgm:t>
    </dgm:pt>
    <dgm:pt modelId="{0A82C6D9-CB9E-4916-9907-0552AB92198F}" type="sibTrans" cxnId="{0A790E04-1DD2-4B75-8C55-A1E98E90BE35}">
      <dgm:prSet/>
      <dgm:spPr/>
      <dgm:t>
        <a:bodyPr/>
        <a:lstStyle/>
        <a:p>
          <a:endParaRPr lang="en-US"/>
        </a:p>
      </dgm:t>
    </dgm:pt>
    <dgm:pt modelId="{F94CFEF0-37C6-4EE2-B92B-0768C362ABD2}">
      <dgm:prSet/>
      <dgm:spPr/>
      <dgm:t>
        <a:bodyPr/>
        <a:lstStyle/>
        <a:p>
          <a:r>
            <a:rPr lang="en-US"/>
            <a:t>Redis initially empty.</a:t>
          </a:r>
        </a:p>
      </dgm:t>
    </dgm:pt>
    <dgm:pt modelId="{CE16C7E7-7D79-4818-9BED-46C0AD7F83DC}" type="parTrans" cxnId="{C97E6331-BD44-4AA1-9E49-C0F8B5C76441}">
      <dgm:prSet/>
      <dgm:spPr/>
      <dgm:t>
        <a:bodyPr/>
        <a:lstStyle/>
        <a:p>
          <a:endParaRPr lang="en-US"/>
        </a:p>
      </dgm:t>
    </dgm:pt>
    <dgm:pt modelId="{F829CC14-D690-402D-B938-E7B846A9BB16}" type="sibTrans" cxnId="{C97E6331-BD44-4AA1-9E49-C0F8B5C76441}">
      <dgm:prSet/>
      <dgm:spPr/>
      <dgm:t>
        <a:bodyPr/>
        <a:lstStyle/>
        <a:p>
          <a:endParaRPr lang="en-US"/>
        </a:p>
      </dgm:t>
    </dgm:pt>
    <dgm:pt modelId="{970CF1A0-0EA0-41FD-A895-64840A0F82E6}">
      <dgm:prSet/>
      <dgm:spPr/>
      <dgm:t>
        <a:bodyPr/>
        <a:lstStyle/>
        <a:p>
          <a:r>
            <a:rPr lang="en-US"/>
            <a:t>Metadata coordination across stages.</a:t>
          </a:r>
        </a:p>
      </dgm:t>
    </dgm:pt>
    <dgm:pt modelId="{8560F5EC-4ADF-4463-8F59-EA72390133F1}" type="parTrans" cxnId="{B80A2447-2DF2-4B3F-A085-6E0688C9708B}">
      <dgm:prSet/>
      <dgm:spPr/>
      <dgm:t>
        <a:bodyPr/>
        <a:lstStyle/>
        <a:p>
          <a:endParaRPr lang="en-US"/>
        </a:p>
      </dgm:t>
    </dgm:pt>
    <dgm:pt modelId="{EB0410B9-3728-4246-A9CA-78243B2048F5}" type="sibTrans" cxnId="{B80A2447-2DF2-4B3F-A085-6E0688C9708B}">
      <dgm:prSet/>
      <dgm:spPr/>
      <dgm:t>
        <a:bodyPr/>
        <a:lstStyle/>
        <a:p>
          <a:endParaRPr lang="en-US"/>
        </a:p>
      </dgm:t>
    </dgm:pt>
    <dgm:pt modelId="{3CCDC0EC-0EF0-1F4F-9ADB-AE825F0F5085}" type="pres">
      <dgm:prSet presAssocID="{7501C364-535F-4E8B-BA75-881BE569D2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455582-EC68-164B-9A26-CFB629AA34EE}" type="pres">
      <dgm:prSet presAssocID="{A6E43709-EFE8-4596-A1D9-2FE4672D21BA}" presName="hierRoot1" presStyleCnt="0"/>
      <dgm:spPr/>
    </dgm:pt>
    <dgm:pt modelId="{4B6CC7DA-E217-C141-AB3A-239AA0E47819}" type="pres">
      <dgm:prSet presAssocID="{A6E43709-EFE8-4596-A1D9-2FE4672D21BA}" presName="composite" presStyleCnt="0"/>
      <dgm:spPr/>
    </dgm:pt>
    <dgm:pt modelId="{E5F643D5-B8F0-0A4B-9E11-DCAACF642227}" type="pres">
      <dgm:prSet presAssocID="{A6E43709-EFE8-4596-A1D9-2FE4672D21BA}" presName="background" presStyleLbl="node0" presStyleIdx="0" presStyleCnt="3"/>
      <dgm:spPr/>
    </dgm:pt>
    <dgm:pt modelId="{C2BBC15F-8DEA-2F40-A5AB-FB5EB0E9D79E}" type="pres">
      <dgm:prSet presAssocID="{A6E43709-EFE8-4596-A1D9-2FE4672D21BA}" presName="text" presStyleLbl="fgAcc0" presStyleIdx="0" presStyleCnt="3">
        <dgm:presLayoutVars>
          <dgm:chPref val="3"/>
        </dgm:presLayoutVars>
      </dgm:prSet>
      <dgm:spPr/>
    </dgm:pt>
    <dgm:pt modelId="{A0B5F476-7372-4F41-AA8D-E97991A3794C}" type="pres">
      <dgm:prSet presAssocID="{A6E43709-EFE8-4596-A1D9-2FE4672D21BA}" presName="hierChild2" presStyleCnt="0"/>
      <dgm:spPr/>
    </dgm:pt>
    <dgm:pt modelId="{52838BFE-560F-BC40-A01D-3751DE502AF3}" type="pres">
      <dgm:prSet presAssocID="{F94CFEF0-37C6-4EE2-B92B-0768C362ABD2}" presName="hierRoot1" presStyleCnt="0"/>
      <dgm:spPr/>
    </dgm:pt>
    <dgm:pt modelId="{85177EDB-980F-4C46-BB72-A91C939AEC8B}" type="pres">
      <dgm:prSet presAssocID="{F94CFEF0-37C6-4EE2-B92B-0768C362ABD2}" presName="composite" presStyleCnt="0"/>
      <dgm:spPr/>
    </dgm:pt>
    <dgm:pt modelId="{2EB75ED5-9419-4D42-B7FD-38A5404ADD4A}" type="pres">
      <dgm:prSet presAssocID="{F94CFEF0-37C6-4EE2-B92B-0768C362ABD2}" presName="background" presStyleLbl="node0" presStyleIdx="1" presStyleCnt="3"/>
      <dgm:spPr/>
    </dgm:pt>
    <dgm:pt modelId="{0A103574-C7DD-9548-BED0-7428C6145F28}" type="pres">
      <dgm:prSet presAssocID="{F94CFEF0-37C6-4EE2-B92B-0768C362ABD2}" presName="text" presStyleLbl="fgAcc0" presStyleIdx="1" presStyleCnt="3">
        <dgm:presLayoutVars>
          <dgm:chPref val="3"/>
        </dgm:presLayoutVars>
      </dgm:prSet>
      <dgm:spPr/>
    </dgm:pt>
    <dgm:pt modelId="{10F6C510-3019-B743-83D3-342BFF63155B}" type="pres">
      <dgm:prSet presAssocID="{F94CFEF0-37C6-4EE2-B92B-0768C362ABD2}" presName="hierChild2" presStyleCnt="0"/>
      <dgm:spPr/>
    </dgm:pt>
    <dgm:pt modelId="{09B57E28-22A1-8F4E-A86A-B633ECCB7E82}" type="pres">
      <dgm:prSet presAssocID="{970CF1A0-0EA0-41FD-A895-64840A0F82E6}" presName="hierRoot1" presStyleCnt="0"/>
      <dgm:spPr/>
    </dgm:pt>
    <dgm:pt modelId="{83990CEB-C373-5E45-8863-96A7046F68D4}" type="pres">
      <dgm:prSet presAssocID="{970CF1A0-0EA0-41FD-A895-64840A0F82E6}" presName="composite" presStyleCnt="0"/>
      <dgm:spPr/>
    </dgm:pt>
    <dgm:pt modelId="{976E464F-9270-864A-BF9E-EDEF187765D9}" type="pres">
      <dgm:prSet presAssocID="{970CF1A0-0EA0-41FD-A895-64840A0F82E6}" presName="background" presStyleLbl="node0" presStyleIdx="2" presStyleCnt="3"/>
      <dgm:spPr/>
    </dgm:pt>
    <dgm:pt modelId="{C6B9F2A9-39C2-9B40-A285-5C7CF648AC63}" type="pres">
      <dgm:prSet presAssocID="{970CF1A0-0EA0-41FD-A895-64840A0F82E6}" presName="text" presStyleLbl="fgAcc0" presStyleIdx="2" presStyleCnt="3">
        <dgm:presLayoutVars>
          <dgm:chPref val="3"/>
        </dgm:presLayoutVars>
      </dgm:prSet>
      <dgm:spPr/>
    </dgm:pt>
    <dgm:pt modelId="{3DB03EB1-83D9-1449-B0E8-9B80FF2B178B}" type="pres">
      <dgm:prSet presAssocID="{970CF1A0-0EA0-41FD-A895-64840A0F82E6}" presName="hierChild2" presStyleCnt="0"/>
      <dgm:spPr/>
    </dgm:pt>
  </dgm:ptLst>
  <dgm:cxnLst>
    <dgm:cxn modelId="{0A790E04-1DD2-4B75-8C55-A1E98E90BE35}" srcId="{7501C364-535F-4E8B-BA75-881BE569D2E2}" destId="{A6E43709-EFE8-4596-A1D9-2FE4672D21BA}" srcOrd="0" destOrd="0" parTransId="{51AE5C2A-6818-4365-8F04-48C90F8062B1}" sibTransId="{0A82C6D9-CB9E-4916-9907-0552AB92198F}"/>
    <dgm:cxn modelId="{3AE47C25-1508-D743-90A1-B8DD25B19E08}" type="presOf" srcId="{7501C364-535F-4E8B-BA75-881BE569D2E2}" destId="{3CCDC0EC-0EF0-1F4F-9ADB-AE825F0F5085}" srcOrd="0" destOrd="0" presId="urn:microsoft.com/office/officeart/2005/8/layout/hierarchy1"/>
    <dgm:cxn modelId="{C97E6331-BD44-4AA1-9E49-C0F8B5C76441}" srcId="{7501C364-535F-4E8B-BA75-881BE569D2E2}" destId="{F94CFEF0-37C6-4EE2-B92B-0768C362ABD2}" srcOrd="1" destOrd="0" parTransId="{CE16C7E7-7D79-4818-9BED-46C0AD7F83DC}" sibTransId="{F829CC14-D690-402D-B938-E7B846A9BB16}"/>
    <dgm:cxn modelId="{B80A2447-2DF2-4B3F-A085-6E0688C9708B}" srcId="{7501C364-535F-4E8B-BA75-881BE569D2E2}" destId="{970CF1A0-0EA0-41FD-A895-64840A0F82E6}" srcOrd="2" destOrd="0" parTransId="{8560F5EC-4ADF-4463-8F59-EA72390133F1}" sibTransId="{EB0410B9-3728-4246-A9CA-78243B2048F5}"/>
    <dgm:cxn modelId="{146B5878-65F6-4A42-AF47-71551EB06EE4}" type="presOf" srcId="{F94CFEF0-37C6-4EE2-B92B-0768C362ABD2}" destId="{0A103574-C7DD-9548-BED0-7428C6145F28}" srcOrd="0" destOrd="0" presId="urn:microsoft.com/office/officeart/2005/8/layout/hierarchy1"/>
    <dgm:cxn modelId="{7B4847BC-6BEA-384F-889F-64DF9CA708A3}" type="presOf" srcId="{A6E43709-EFE8-4596-A1D9-2FE4672D21BA}" destId="{C2BBC15F-8DEA-2F40-A5AB-FB5EB0E9D79E}" srcOrd="0" destOrd="0" presId="urn:microsoft.com/office/officeart/2005/8/layout/hierarchy1"/>
    <dgm:cxn modelId="{7802C0BF-43F8-1F4E-AC78-FD5647D6AF51}" type="presOf" srcId="{970CF1A0-0EA0-41FD-A895-64840A0F82E6}" destId="{C6B9F2A9-39C2-9B40-A285-5C7CF648AC63}" srcOrd="0" destOrd="0" presId="urn:microsoft.com/office/officeart/2005/8/layout/hierarchy1"/>
    <dgm:cxn modelId="{8BB82435-5B9E-BD48-A1DA-6F3542046FD2}" type="presParOf" srcId="{3CCDC0EC-0EF0-1F4F-9ADB-AE825F0F5085}" destId="{ED455582-EC68-164B-9A26-CFB629AA34EE}" srcOrd="0" destOrd="0" presId="urn:microsoft.com/office/officeart/2005/8/layout/hierarchy1"/>
    <dgm:cxn modelId="{8F339099-4D84-C846-8BDD-54E3711782C5}" type="presParOf" srcId="{ED455582-EC68-164B-9A26-CFB629AA34EE}" destId="{4B6CC7DA-E217-C141-AB3A-239AA0E47819}" srcOrd="0" destOrd="0" presId="urn:microsoft.com/office/officeart/2005/8/layout/hierarchy1"/>
    <dgm:cxn modelId="{D1FDB24A-6ADA-C549-A7D9-B16BA7C37127}" type="presParOf" srcId="{4B6CC7DA-E217-C141-AB3A-239AA0E47819}" destId="{E5F643D5-B8F0-0A4B-9E11-DCAACF642227}" srcOrd="0" destOrd="0" presId="urn:microsoft.com/office/officeart/2005/8/layout/hierarchy1"/>
    <dgm:cxn modelId="{A1DB429F-01A1-574A-8BAA-7C4979F3FE03}" type="presParOf" srcId="{4B6CC7DA-E217-C141-AB3A-239AA0E47819}" destId="{C2BBC15F-8DEA-2F40-A5AB-FB5EB0E9D79E}" srcOrd="1" destOrd="0" presId="urn:microsoft.com/office/officeart/2005/8/layout/hierarchy1"/>
    <dgm:cxn modelId="{62B92C41-D9C8-944E-81E3-A48662C2FC5F}" type="presParOf" srcId="{ED455582-EC68-164B-9A26-CFB629AA34EE}" destId="{A0B5F476-7372-4F41-AA8D-E97991A3794C}" srcOrd="1" destOrd="0" presId="urn:microsoft.com/office/officeart/2005/8/layout/hierarchy1"/>
    <dgm:cxn modelId="{D9EB104E-4D2F-6A4B-A45C-04FA425C53FF}" type="presParOf" srcId="{3CCDC0EC-0EF0-1F4F-9ADB-AE825F0F5085}" destId="{52838BFE-560F-BC40-A01D-3751DE502AF3}" srcOrd="1" destOrd="0" presId="urn:microsoft.com/office/officeart/2005/8/layout/hierarchy1"/>
    <dgm:cxn modelId="{39180B24-FEAE-684D-9E5F-E2B60B545478}" type="presParOf" srcId="{52838BFE-560F-BC40-A01D-3751DE502AF3}" destId="{85177EDB-980F-4C46-BB72-A91C939AEC8B}" srcOrd="0" destOrd="0" presId="urn:microsoft.com/office/officeart/2005/8/layout/hierarchy1"/>
    <dgm:cxn modelId="{DDF314EA-83EF-2843-B6FD-90C22A7DBEA3}" type="presParOf" srcId="{85177EDB-980F-4C46-BB72-A91C939AEC8B}" destId="{2EB75ED5-9419-4D42-B7FD-38A5404ADD4A}" srcOrd="0" destOrd="0" presId="urn:microsoft.com/office/officeart/2005/8/layout/hierarchy1"/>
    <dgm:cxn modelId="{93B16454-CC80-CE47-A61E-5B4415A54477}" type="presParOf" srcId="{85177EDB-980F-4C46-BB72-A91C939AEC8B}" destId="{0A103574-C7DD-9548-BED0-7428C6145F28}" srcOrd="1" destOrd="0" presId="urn:microsoft.com/office/officeart/2005/8/layout/hierarchy1"/>
    <dgm:cxn modelId="{66924405-0BB9-A640-A617-944C71F83538}" type="presParOf" srcId="{52838BFE-560F-BC40-A01D-3751DE502AF3}" destId="{10F6C510-3019-B743-83D3-342BFF63155B}" srcOrd="1" destOrd="0" presId="urn:microsoft.com/office/officeart/2005/8/layout/hierarchy1"/>
    <dgm:cxn modelId="{F976BF80-3DE1-2E45-8E89-403C13667E27}" type="presParOf" srcId="{3CCDC0EC-0EF0-1F4F-9ADB-AE825F0F5085}" destId="{09B57E28-22A1-8F4E-A86A-B633ECCB7E82}" srcOrd="2" destOrd="0" presId="urn:microsoft.com/office/officeart/2005/8/layout/hierarchy1"/>
    <dgm:cxn modelId="{03737561-644F-3243-8B83-EB2AEE6B69BC}" type="presParOf" srcId="{09B57E28-22A1-8F4E-A86A-B633ECCB7E82}" destId="{83990CEB-C373-5E45-8863-96A7046F68D4}" srcOrd="0" destOrd="0" presId="urn:microsoft.com/office/officeart/2005/8/layout/hierarchy1"/>
    <dgm:cxn modelId="{F33B4F79-A694-0649-BF4E-EF5F485548D4}" type="presParOf" srcId="{83990CEB-C373-5E45-8863-96A7046F68D4}" destId="{976E464F-9270-864A-BF9E-EDEF187765D9}" srcOrd="0" destOrd="0" presId="urn:microsoft.com/office/officeart/2005/8/layout/hierarchy1"/>
    <dgm:cxn modelId="{D3CF2BD4-11B6-A444-9F00-9A1F5149B73F}" type="presParOf" srcId="{83990CEB-C373-5E45-8863-96A7046F68D4}" destId="{C6B9F2A9-39C2-9B40-A285-5C7CF648AC63}" srcOrd="1" destOrd="0" presId="urn:microsoft.com/office/officeart/2005/8/layout/hierarchy1"/>
    <dgm:cxn modelId="{B55C72C1-20E8-FB41-A14A-42B4158F5F1F}" type="presParOf" srcId="{09B57E28-22A1-8F4E-A86A-B633ECCB7E82}" destId="{3DB03EB1-83D9-1449-B0E8-9B80FF2B178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9A3A268-C86E-471F-8D57-D57CFA79CFD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33E54B4-4A1E-4DB8-A01E-6BA84F288C8D}">
      <dgm:prSet/>
      <dgm:spPr/>
      <dgm:t>
        <a:bodyPr/>
        <a:lstStyle/>
        <a:p>
          <a:r>
            <a:rPr lang="en-US"/>
            <a:t>Use Docker Compose.</a:t>
          </a:r>
        </a:p>
      </dgm:t>
    </dgm:pt>
    <dgm:pt modelId="{D1B1257D-2C01-419C-8F91-8099B8EC86D8}" type="parTrans" cxnId="{1B55CFA8-E484-4B77-AB2D-4EBD0AC3CA0A}">
      <dgm:prSet/>
      <dgm:spPr/>
      <dgm:t>
        <a:bodyPr/>
        <a:lstStyle/>
        <a:p>
          <a:endParaRPr lang="en-US"/>
        </a:p>
      </dgm:t>
    </dgm:pt>
    <dgm:pt modelId="{64DAAC09-90BC-42CD-B016-C78C987B5D0C}" type="sibTrans" cxnId="{1B55CFA8-E484-4B77-AB2D-4EBD0AC3CA0A}">
      <dgm:prSet/>
      <dgm:spPr/>
      <dgm:t>
        <a:bodyPr/>
        <a:lstStyle/>
        <a:p>
          <a:endParaRPr lang="en-US"/>
        </a:p>
      </dgm:t>
    </dgm:pt>
    <dgm:pt modelId="{58257F0A-3421-4FC0-AB74-4D30D17B3E64}">
      <dgm:prSet/>
      <dgm:spPr/>
      <dgm:t>
        <a:bodyPr/>
        <a:lstStyle/>
        <a:p>
          <a:r>
            <a:rPr lang="en-US"/>
            <a:t>Automate ETL scheduling.</a:t>
          </a:r>
        </a:p>
      </dgm:t>
    </dgm:pt>
    <dgm:pt modelId="{D3DE0C4F-F7AF-48D5-8A87-639FF7EAC1DA}" type="parTrans" cxnId="{2A5DFD1B-FC79-4B20-8FDE-5252CB78EEDE}">
      <dgm:prSet/>
      <dgm:spPr/>
      <dgm:t>
        <a:bodyPr/>
        <a:lstStyle/>
        <a:p>
          <a:endParaRPr lang="en-US"/>
        </a:p>
      </dgm:t>
    </dgm:pt>
    <dgm:pt modelId="{33CF6FE3-C310-44A4-9C90-53C7A7E9B1B7}" type="sibTrans" cxnId="{2A5DFD1B-FC79-4B20-8FDE-5252CB78EEDE}">
      <dgm:prSet/>
      <dgm:spPr/>
      <dgm:t>
        <a:bodyPr/>
        <a:lstStyle/>
        <a:p>
          <a:endParaRPr lang="en-US"/>
        </a:p>
      </dgm:t>
    </dgm:pt>
    <dgm:pt modelId="{1697FE1C-94EF-48C4-9E01-203717F7B1AA}">
      <dgm:prSet/>
      <dgm:spPr/>
      <dgm:t>
        <a:bodyPr/>
        <a:lstStyle/>
        <a:p>
          <a:r>
            <a:rPr lang="en-US"/>
            <a:t>Better logging and enhanced charts.</a:t>
          </a:r>
        </a:p>
      </dgm:t>
    </dgm:pt>
    <dgm:pt modelId="{3AF87D28-BEE7-49D2-A678-444385D18428}" type="parTrans" cxnId="{A23AE0E1-159B-4A54-B6ED-DAC67159EFD8}">
      <dgm:prSet/>
      <dgm:spPr/>
      <dgm:t>
        <a:bodyPr/>
        <a:lstStyle/>
        <a:p>
          <a:endParaRPr lang="en-US"/>
        </a:p>
      </dgm:t>
    </dgm:pt>
    <dgm:pt modelId="{D1E491E2-DFB1-4AE6-9841-2A79D1A2241B}" type="sibTrans" cxnId="{A23AE0E1-159B-4A54-B6ED-DAC67159EFD8}">
      <dgm:prSet/>
      <dgm:spPr/>
      <dgm:t>
        <a:bodyPr/>
        <a:lstStyle/>
        <a:p>
          <a:endParaRPr lang="en-US"/>
        </a:p>
      </dgm:t>
    </dgm:pt>
    <dgm:pt modelId="{A6514597-1925-4B8A-B5C6-E9B051ACA6B9}" type="pres">
      <dgm:prSet presAssocID="{09A3A268-C86E-471F-8D57-D57CFA79CFD9}" presName="root" presStyleCnt="0">
        <dgm:presLayoutVars>
          <dgm:dir/>
          <dgm:resizeHandles val="exact"/>
        </dgm:presLayoutVars>
      </dgm:prSet>
      <dgm:spPr/>
    </dgm:pt>
    <dgm:pt modelId="{FEB078AC-6287-459C-AD63-54F95E286645}" type="pres">
      <dgm:prSet presAssocID="{E33E54B4-4A1E-4DB8-A01E-6BA84F288C8D}" presName="compNode" presStyleCnt="0"/>
      <dgm:spPr/>
    </dgm:pt>
    <dgm:pt modelId="{CB7040CA-E8BE-44B0-83BB-07F25744FE06}" type="pres">
      <dgm:prSet presAssocID="{E33E54B4-4A1E-4DB8-A01E-6BA84F288C8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7428D005-67C2-4F0B-80A9-E664BE973BF6}" type="pres">
      <dgm:prSet presAssocID="{E33E54B4-4A1E-4DB8-A01E-6BA84F288C8D}" presName="spaceRect" presStyleCnt="0"/>
      <dgm:spPr/>
    </dgm:pt>
    <dgm:pt modelId="{29B9BDEA-B739-40BD-8CA5-C6668AEE3829}" type="pres">
      <dgm:prSet presAssocID="{E33E54B4-4A1E-4DB8-A01E-6BA84F288C8D}" presName="textRect" presStyleLbl="revTx" presStyleIdx="0" presStyleCnt="3">
        <dgm:presLayoutVars>
          <dgm:chMax val="1"/>
          <dgm:chPref val="1"/>
        </dgm:presLayoutVars>
      </dgm:prSet>
      <dgm:spPr/>
    </dgm:pt>
    <dgm:pt modelId="{49E6BC22-B29A-48C1-9992-059EA81B7664}" type="pres">
      <dgm:prSet presAssocID="{64DAAC09-90BC-42CD-B016-C78C987B5D0C}" presName="sibTrans" presStyleCnt="0"/>
      <dgm:spPr/>
    </dgm:pt>
    <dgm:pt modelId="{02D201B6-1DC3-433C-BE6D-22971729E3CB}" type="pres">
      <dgm:prSet presAssocID="{58257F0A-3421-4FC0-AB74-4D30D17B3E64}" presName="compNode" presStyleCnt="0"/>
      <dgm:spPr/>
    </dgm:pt>
    <dgm:pt modelId="{67150756-A2AC-4382-8626-BA0BA51834C8}" type="pres">
      <dgm:prSet presAssocID="{58257F0A-3421-4FC0-AB74-4D30D17B3E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F14F173A-D4CE-4774-B5BF-4DC782192F59}" type="pres">
      <dgm:prSet presAssocID="{58257F0A-3421-4FC0-AB74-4D30D17B3E64}" presName="spaceRect" presStyleCnt="0"/>
      <dgm:spPr/>
    </dgm:pt>
    <dgm:pt modelId="{5AA42470-C063-45E6-A9EE-9635229788C5}" type="pres">
      <dgm:prSet presAssocID="{58257F0A-3421-4FC0-AB74-4D30D17B3E64}" presName="textRect" presStyleLbl="revTx" presStyleIdx="1" presStyleCnt="3">
        <dgm:presLayoutVars>
          <dgm:chMax val="1"/>
          <dgm:chPref val="1"/>
        </dgm:presLayoutVars>
      </dgm:prSet>
      <dgm:spPr/>
    </dgm:pt>
    <dgm:pt modelId="{61C7D109-B768-4092-A3CC-C68460772452}" type="pres">
      <dgm:prSet presAssocID="{33CF6FE3-C310-44A4-9C90-53C7A7E9B1B7}" presName="sibTrans" presStyleCnt="0"/>
      <dgm:spPr/>
    </dgm:pt>
    <dgm:pt modelId="{3CFD4E89-EB0B-4770-8FC7-1E6673FC9849}" type="pres">
      <dgm:prSet presAssocID="{1697FE1C-94EF-48C4-9E01-203717F7B1AA}" presName="compNode" presStyleCnt="0"/>
      <dgm:spPr/>
    </dgm:pt>
    <dgm:pt modelId="{22B244C7-9010-4190-910F-F037EAEC22B8}" type="pres">
      <dgm:prSet presAssocID="{1697FE1C-94EF-48C4-9E01-203717F7B1A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B54F2BA5-C12F-46AD-B967-1D1549887241}" type="pres">
      <dgm:prSet presAssocID="{1697FE1C-94EF-48C4-9E01-203717F7B1AA}" presName="spaceRect" presStyleCnt="0"/>
      <dgm:spPr/>
    </dgm:pt>
    <dgm:pt modelId="{93BDC164-96B8-419E-9470-49C04FB659DD}" type="pres">
      <dgm:prSet presAssocID="{1697FE1C-94EF-48C4-9E01-203717F7B1A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A5DFD1B-FC79-4B20-8FDE-5252CB78EEDE}" srcId="{09A3A268-C86E-471F-8D57-D57CFA79CFD9}" destId="{58257F0A-3421-4FC0-AB74-4D30D17B3E64}" srcOrd="1" destOrd="0" parTransId="{D3DE0C4F-F7AF-48D5-8A87-639FF7EAC1DA}" sibTransId="{33CF6FE3-C310-44A4-9C90-53C7A7E9B1B7}"/>
    <dgm:cxn modelId="{F7BCFF49-9545-4B36-BF30-AF532A587E62}" type="presOf" srcId="{E33E54B4-4A1E-4DB8-A01E-6BA84F288C8D}" destId="{29B9BDEA-B739-40BD-8CA5-C6668AEE3829}" srcOrd="0" destOrd="0" presId="urn:microsoft.com/office/officeart/2018/2/layout/IconLabelList"/>
    <dgm:cxn modelId="{3DF83958-A03E-4C68-9404-BA5F68FCA3E7}" type="presOf" srcId="{58257F0A-3421-4FC0-AB74-4D30D17B3E64}" destId="{5AA42470-C063-45E6-A9EE-9635229788C5}" srcOrd="0" destOrd="0" presId="urn:microsoft.com/office/officeart/2018/2/layout/IconLabelList"/>
    <dgm:cxn modelId="{92166599-80FC-4FEC-A0A1-2821F63C461F}" type="presOf" srcId="{1697FE1C-94EF-48C4-9E01-203717F7B1AA}" destId="{93BDC164-96B8-419E-9470-49C04FB659DD}" srcOrd="0" destOrd="0" presId="urn:microsoft.com/office/officeart/2018/2/layout/IconLabelList"/>
    <dgm:cxn modelId="{1B55CFA8-E484-4B77-AB2D-4EBD0AC3CA0A}" srcId="{09A3A268-C86E-471F-8D57-D57CFA79CFD9}" destId="{E33E54B4-4A1E-4DB8-A01E-6BA84F288C8D}" srcOrd="0" destOrd="0" parTransId="{D1B1257D-2C01-419C-8F91-8099B8EC86D8}" sibTransId="{64DAAC09-90BC-42CD-B016-C78C987B5D0C}"/>
    <dgm:cxn modelId="{A23AE0E1-159B-4A54-B6ED-DAC67159EFD8}" srcId="{09A3A268-C86E-471F-8D57-D57CFA79CFD9}" destId="{1697FE1C-94EF-48C4-9E01-203717F7B1AA}" srcOrd="2" destOrd="0" parTransId="{3AF87D28-BEE7-49D2-A678-444385D18428}" sibTransId="{D1E491E2-DFB1-4AE6-9841-2A79D1A2241B}"/>
    <dgm:cxn modelId="{DB0A72E4-BD0A-4EBE-8A98-1E9C37E3FFC9}" type="presOf" srcId="{09A3A268-C86E-471F-8D57-D57CFA79CFD9}" destId="{A6514597-1925-4B8A-B5C6-E9B051ACA6B9}" srcOrd="0" destOrd="0" presId="urn:microsoft.com/office/officeart/2018/2/layout/IconLabelList"/>
    <dgm:cxn modelId="{15AB0500-8A36-4EE8-B922-663BA43BE158}" type="presParOf" srcId="{A6514597-1925-4B8A-B5C6-E9B051ACA6B9}" destId="{FEB078AC-6287-459C-AD63-54F95E286645}" srcOrd="0" destOrd="0" presId="urn:microsoft.com/office/officeart/2018/2/layout/IconLabelList"/>
    <dgm:cxn modelId="{26792849-C8A2-4155-BC78-FFABE1DB369E}" type="presParOf" srcId="{FEB078AC-6287-459C-AD63-54F95E286645}" destId="{CB7040CA-E8BE-44B0-83BB-07F25744FE06}" srcOrd="0" destOrd="0" presId="urn:microsoft.com/office/officeart/2018/2/layout/IconLabelList"/>
    <dgm:cxn modelId="{9972AC80-43F2-41DE-A704-897A7F526498}" type="presParOf" srcId="{FEB078AC-6287-459C-AD63-54F95E286645}" destId="{7428D005-67C2-4F0B-80A9-E664BE973BF6}" srcOrd="1" destOrd="0" presId="urn:microsoft.com/office/officeart/2018/2/layout/IconLabelList"/>
    <dgm:cxn modelId="{5CA6F056-F019-436B-B82E-A7AF9FB3BE20}" type="presParOf" srcId="{FEB078AC-6287-459C-AD63-54F95E286645}" destId="{29B9BDEA-B739-40BD-8CA5-C6668AEE3829}" srcOrd="2" destOrd="0" presId="urn:microsoft.com/office/officeart/2018/2/layout/IconLabelList"/>
    <dgm:cxn modelId="{34C4D459-BB1A-467B-BBB0-75336C8BA1E3}" type="presParOf" srcId="{A6514597-1925-4B8A-B5C6-E9B051ACA6B9}" destId="{49E6BC22-B29A-48C1-9992-059EA81B7664}" srcOrd="1" destOrd="0" presId="urn:microsoft.com/office/officeart/2018/2/layout/IconLabelList"/>
    <dgm:cxn modelId="{47D20B28-89E0-4459-B0C1-6583BC7FD98F}" type="presParOf" srcId="{A6514597-1925-4B8A-B5C6-E9B051ACA6B9}" destId="{02D201B6-1DC3-433C-BE6D-22971729E3CB}" srcOrd="2" destOrd="0" presId="urn:microsoft.com/office/officeart/2018/2/layout/IconLabelList"/>
    <dgm:cxn modelId="{EF9322F4-338A-413E-8880-4006B76F200E}" type="presParOf" srcId="{02D201B6-1DC3-433C-BE6D-22971729E3CB}" destId="{67150756-A2AC-4382-8626-BA0BA51834C8}" srcOrd="0" destOrd="0" presId="urn:microsoft.com/office/officeart/2018/2/layout/IconLabelList"/>
    <dgm:cxn modelId="{BD189A84-C96A-4FAB-92EC-BC0571A402B9}" type="presParOf" srcId="{02D201B6-1DC3-433C-BE6D-22971729E3CB}" destId="{F14F173A-D4CE-4774-B5BF-4DC782192F59}" srcOrd="1" destOrd="0" presId="urn:microsoft.com/office/officeart/2018/2/layout/IconLabelList"/>
    <dgm:cxn modelId="{53854C34-9F6A-47A3-9680-56E9B2A7AFF7}" type="presParOf" srcId="{02D201B6-1DC3-433C-BE6D-22971729E3CB}" destId="{5AA42470-C063-45E6-A9EE-9635229788C5}" srcOrd="2" destOrd="0" presId="urn:microsoft.com/office/officeart/2018/2/layout/IconLabelList"/>
    <dgm:cxn modelId="{9519329C-7BF4-4B18-AD62-F669C04BED5D}" type="presParOf" srcId="{A6514597-1925-4B8A-B5C6-E9B051ACA6B9}" destId="{61C7D109-B768-4092-A3CC-C68460772452}" srcOrd="3" destOrd="0" presId="urn:microsoft.com/office/officeart/2018/2/layout/IconLabelList"/>
    <dgm:cxn modelId="{3A5C99A2-9C0B-4148-A129-7FE326422060}" type="presParOf" srcId="{A6514597-1925-4B8A-B5C6-E9B051ACA6B9}" destId="{3CFD4E89-EB0B-4770-8FC7-1E6673FC9849}" srcOrd="4" destOrd="0" presId="urn:microsoft.com/office/officeart/2018/2/layout/IconLabelList"/>
    <dgm:cxn modelId="{62FA5AEF-4C71-4016-9D6B-4D1CDD922399}" type="presParOf" srcId="{3CFD4E89-EB0B-4770-8FC7-1E6673FC9849}" destId="{22B244C7-9010-4190-910F-F037EAEC22B8}" srcOrd="0" destOrd="0" presId="urn:microsoft.com/office/officeart/2018/2/layout/IconLabelList"/>
    <dgm:cxn modelId="{7F234EBB-0B48-4244-9F60-9CFD155F1F16}" type="presParOf" srcId="{3CFD4E89-EB0B-4770-8FC7-1E6673FC9849}" destId="{B54F2BA5-C12F-46AD-B967-1D1549887241}" srcOrd="1" destOrd="0" presId="urn:microsoft.com/office/officeart/2018/2/layout/IconLabelList"/>
    <dgm:cxn modelId="{D32E8853-C00A-4E37-9F3B-12F5C14CDDAD}" type="presParOf" srcId="{3CFD4E89-EB0B-4770-8FC7-1E6673FC9849}" destId="{93BDC164-96B8-419E-9470-49C04FB659D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346152-E7AD-41C7-B883-AD0EE7716278}">
      <dsp:nvSpPr>
        <dsp:cNvPr id="0" name=""/>
        <dsp:cNvSpPr/>
      </dsp:nvSpPr>
      <dsp:spPr>
        <a:xfrm>
          <a:off x="0" y="665190"/>
          <a:ext cx="7213600" cy="12280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F05FC0-D2B2-40AE-BB70-068FF75C9315}">
      <dsp:nvSpPr>
        <dsp:cNvPr id="0" name=""/>
        <dsp:cNvSpPr/>
      </dsp:nvSpPr>
      <dsp:spPr>
        <a:xfrm>
          <a:off x="371483" y="941500"/>
          <a:ext cx="675424" cy="6754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03A58E-2784-4D4B-BD4C-E86E62339876}">
      <dsp:nvSpPr>
        <dsp:cNvPr id="0" name=""/>
        <dsp:cNvSpPr/>
      </dsp:nvSpPr>
      <dsp:spPr>
        <a:xfrm>
          <a:off x="1418391" y="665190"/>
          <a:ext cx="579520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API → MongoDB → ClickHouse → Redis → Dashboard</a:t>
          </a:r>
        </a:p>
      </dsp:txBody>
      <dsp:txXfrm>
        <a:off x="1418391" y="665190"/>
        <a:ext cx="5795208" cy="1228044"/>
      </dsp:txXfrm>
    </dsp:sp>
    <dsp:sp modelId="{5D42BE87-2511-4177-823B-DF362D7E1F9E}">
      <dsp:nvSpPr>
        <dsp:cNvPr id="0" name=""/>
        <dsp:cNvSpPr/>
      </dsp:nvSpPr>
      <dsp:spPr>
        <a:xfrm>
          <a:off x="0" y="2200246"/>
          <a:ext cx="7213600" cy="12280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39F7F-2D68-4DBC-9340-8F481F565D1A}">
      <dsp:nvSpPr>
        <dsp:cNvPr id="0" name=""/>
        <dsp:cNvSpPr/>
      </dsp:nvSpPr>
      <dsp:spPr>
        <a:xfrm>
          <a:off x="371483" y="2476556"/>
          <a:ext cx="675424" cy="6754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F1989-882B-4F5A-9046-B5514F9D6C52}">
      <dsp:nvSpPr>
        <dsp:cNvPr id="0" name=""/>
        <dsp:cNvSpPr/>
      </dsp:nvSpPr>
      <dsp:spPr>
        <a:xfrm>
          <a:off x="1418391" y="2200246"/>
          <a:ext cx="579520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Processes daily weather data into monthly summaries.</a:t>
          </a:r>
        </a:p>
      </dsp:txBody>
      <dsp:txXfrm>
        <a:off x="1418391" y="2200246"/>
        <a:ext cx="5795208" cy="12280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2934D9-E038-4802-B9D7-2CA07AD761F8}">
      <dsp:nvSpPr>
        <dsp:cNvPr id="0" name=""/>
        <dsp:cNvSpPr/>
      </dsp:nvSpPr>
      <dsp:spPr>
        <a:xfrm>
          <a:off x="626714" y="339203"/>
          <a:ext cx="674736" cy="6747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41EAA-2AE1-4438-B1AE-C37EA6B94968}">
      <dsp:nvSpPr>
        <dsp:cNvPr id="0" name=""/>
        <dsp:cNvSpPr/>
      </dsp:nvSpPr>
      <dsp:spPr>
        <a:xfrm>
          <a:off x="214375" y="1259548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API fetches data</a:t>
          </a:r>
        </a:p>
      </dsp:txBody>
      <dsp:txXfrm>
        <a:off x="214375" y="1259548"/>
        <a:ext cx="1499414" cy="599765"/>
      </dsp:txXfrm>
    </dsp:sp>
    <dsp:sp modelId="{7E2F1650-BA8B-42A6-AFDA-EE9A294CE90D}">
      <dsp:nvSpPr>
        <dsp:cNvPr id="0" name=""/>
        <dsp:cNvSpPr/>
      </dsp:nvSpPr>
      <dsp:spPr>
        <a:xfrm>
          <a:off x="2388526" y="339203"/>
          <a:ext cx="674736" cy="6747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992D2-F15F-4B7B-9753-FE6BA8BBCBBC}">
      <dsp:nvSpPr>
        <dsp:cNvPr id="0" name=""/>
        <dsp:cNvSpPr/>
      </dsp:nvSpPr>
      <dsp:spPr>
        <a:xfrm>
          <a:off x="1976187" y="1259548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MongoDB stores raw/enriched docs</a:t>
          </a:r>
        </a:p>
      </dsp:txBody>
      <dsp:txXfrm>
        <a:off x="1976187" y="1259548"/>
        <a:ext cx="1499414" cy="599765"/>
      </dsp:txXfrm>
    </dsp:sp>
    <dsp:sp modelId="{75282DC2-9B48-46E8-A445-9E505955D352}">
      <dsp:nvSpPr>
        <dsp:cNvPr id="0" name=""/>
        <dsp:cNvSpPr/>
      </dsp:nvSpPr>
      <dsp:spPr>
        <a:xfrm>
          <a:off x="4150337" y="339203"/>
          <a:ext cx="674736" cy="6747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99B05-E80D-4D4A-B613-627476BB05C4}">
      <dsp:nvSpPr>
        <dsp:cNvPr id="0" name=""/>
        <dsp:cNvSpPr/>
      </dsp:nvSpPr>
      <dsp:spPr>
        <a:xfrm>
          <a:off x="3737998" y="1259548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ClickHouse aggregates monthly stats</a:t>
          </a:r>
        </a:p>
      </dsp:txBody>
      <dsp:txXfrm>
        <a:off x="3737998" y="1259548"/>
        <a:ext cx="1499414" cy="599765"/>
      </dsp:txXfrm>
    </dsp:sp>
    <dsp:sp modelId="{684A28FE-6C29-401A-A0E6-3B2752BDC744}">
      <dsp:nvSpPr>
        <dsp:cNvPr id="0" name=""/>
        <dsp:cNvSpPr/>
      </dsp:nvSpPr>
      <dsp:spPr>
        <a:xfrm>
          <a:off x="5912149" y="339203"/>
          <a:ext cx="674736" cy="6747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14619-FAC9-4138-A420-A2EEBAE43EC2}">
      <dsp:nvSpPr>
        <dsp:cNvPr id="0" name=""/>
        <dsp:cNvSpPr/>
      </dsp:nvSpPr>
      <dsp:spPr>
        <a:xfrm>
          <a:off x="5499810" y="1259548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Redis caches results (TTL 3600s)</a:t>
          </a:r>
        </a:p>
      </dsp:txBody>
      <dsp:txXfrm>
        <a:off x="5499810" y="1259548"/>
        <a:ext cx="1499414" cy="599765"/>
      </dsp:txXfrm>
    </dsp:sp>
    <dsp:sp modelId="{4DFCCFE5-1A73-4113-9268-99942D3007C4}">
      <dsp:nvSpPr>
        <dsp:cNvPr id="0" name=""/>
        <dsp:cNvSpPr/>
      </dsp:nvSpPr>
      <dsp:spPr>
        <a:xfrm>
          <a:off x="3269431" y="2234167"/>
          <a:ext cx="674736" cy="6747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F67B4-6417-418D-B638-E5F32FCE8088}">
      <dsp:nvSpPr>
        <dsp:cNvPr id="0" name=""/>
        <dsp:cNvSpPr/>
      </dsp:nvSpPr>
      <dsp:spPr>
        <a:xfrm>
          <a:off x="2857092" y="3154513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Dashboard renders graphs</a:t>
          </a:r>
        </a:p>
      </dsp:txBody>
      <dsp:txXfrm>
        <a:off x="2857092" y="3154513"/>
        <a:ext cx="1499414" cy="5997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A90478-378E-3549-B023-3C46E82EAEE8}">
      <dsp:nvSpPr>
        <dsp:cNvPr id="0" name=""/>
        <dsp:cNvSpPr/>
      </dsp:nvSpPr>
      <dsp:spPr>
        <a:xfrm>
          <a:off x="880" y="902290"/>
          <a:ext cx="3090788" cy="1962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1B576-EB47-544F-ACE4-3566CF294609}">
      <dsp:nvSpPr>
        <dsp:cNvPr id="0" name=""/>
        <dsp:cNvSpPr/>
      </dsp:nvSpPr>
      <dsp:spPr>
        <a:xfrm>
          <a:off x="344301" y="1228540"/>
          <a:ext cx="3090788" cy="1962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Full sync retrieves 12-month historical data.</a:t>
          </a:r>
        </a:p>
      </dsp:txBody>
      <dsp:txXfrm>
        <a:off x="401785" y="1286024"/>
        <a:ext cx="2975820" cy="1847682"/>
      </dsp:txXfrm>
    </dsp:sp>
    <dsp:sp modelId="{59BE05CD-1EE7-B344-8F7A-50328A16E97C}">
      <dsp:nvSpPr>
        <dsp:cNvPr id="0" name=""/>
        <dsp:cNvSpPr/>
      </dsp:nvSpPr>
      <dsp:spPr>
        <a:xfrm>
          <a:off x="3778510" y="902290"/>
          <a:ext cx="3090788" cy="1962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70B5FC-6DB4-5E4A-80B6-12959D028142}">
      <dsp:nvSpPr>
        <dsp:cNvPr id="0" name=""/>
        <dsp:cNvSpPr/>
      </dsp:nvSpPr>
      <dsp:spPr>
        <a:xfrm>
          <a:off x="4121931" y="1228540"/>
          <a:ext cx="3090788" cy="1962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Metadata includes timestamps, API request ID, ETL batch ID.</a:t>
          </a:r>
        </a:p>
      </dsp:txBody>
      <dsp:txXfrm>
        <a:off x="4179415" y="1286024"/>
        <a:ext cx="2975820" cy="18476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18CD3A-1AA1-429F-9465-B3FA137E14B2}">
      <dsp:nvSpPr>
        <dsp:cNvPr id="0" name=""/>
        <dsp:cNvSpPr/>
      </dsp:nvSpPr>
      <dsp:spPr>
        <a:xfrm>
          <a:off x="0" y="665190"/>
          <a:ext cx="7213600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0D0E3E-7C55-413C-83FB-30BE2955B87A}">
      <dsp:nvSpPr>
        <dsp:cNvPr id="0" name=""/>
        <dsp:cNvSpPr/>
      </dsp:nvSpPr>
      <dsp:spPr>
        <a:xfrm>
          <a:off x="371483" y="941500"/>
          <a:ext cx="675424" cy="6754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1FBAE-C675-48F1-9811-D881A33E508E}">
      <dsp:nvSpPr>
        <dsp:cNvPr id="0" name=""/>
        <dsp:cNvSpPr/>
      </dsp:nvSpPr>
      <dsp:spPr>
        <a:xfrm>
          <a:off x="1418391" y="665190"/>
          <a:ext cx="579520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Partial sync aggregates: avg temperature, total rainfall.</a:t>
          </a:r>
        </a:p>
      </dsp:txBody>
      <dsp:txXfrm>
        <a:off x="1418391" y="665190"/>
        <a:ext cx="5795208" cy="1228044"/>
      </dsp:txXfrm>
    </dsp:sp>
    <dsp:sp modelId="{5F583E02-5CA8-4E89-BB37-8B0AB62C64C0}">
      <dsp:nvSpPr>
        <dsp:cNvPr id="0" name=""/>
        <dsp:cNvSpPr/>
      </dsp:nvSpPr>
      <dsp:spPr>
        <a:xfrm>
          <a:off x="0" y="2200246"/>
          <a:ext cx="7213600" cy="12280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B1F0F3-FFC5-40E5-A47B-010420624259}">
      <dsp:nvSpPr>
        <dsp:cNvPr id="0" name=""/>
        <dsp:cNvSpPr/>
      </dsp:nvSpPr>
      <dsp:spPr>
        <a:xfrm>
          <a:off x="371483" y="2476556"/>
          <a:ext cx="675424" cy="6754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91C68-BB6F-4BA7-83DD-0C60423B31C3}">
      <dsp:nvSpPr>
        <dsp:cNvPr id="0" name=""/>
        <dsp:cNvSpPr/>
      </dsp:nvSpPr>
      <dsp:spPr>
        <a:xfrm>
          <a:off x="1418391" y="2200246"/>
          <a:ext cx="579520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Metadata: warehouse load time, rows loaded, sync interval.</a:t>
          </a:r>
        </a:p>
      </dsp:txBody>
      <dsp:txXfrm>
        <a:off x="1418391" y="2200246"/>
        <a:ext cx="5795208" cy="12280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CBEE3-35B7-474F-A8D0-67BF6A1A9C18}">
      <dsp:nvSpPr>
        <dsp:cNvPr id="0" name=""/>
        <dsp:cNvSpPr/>
      </dsp:nvSpPr>
      <dsp:spPr>
        <a:xfrm>
          <a:off x="0" y="499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082942-01B3-4DBC-A44B-9DC5FA425735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C4135-E2BC-43FE-9E27-2E0B203BFC9D}">
      <dsp:nvSpPr>
        <dsp:cNvPr id="0" name=""/>
        <dsp:cNvSpPr/>
      </dsp:nvSpPr>
      <dsp:spPr>
        <a:xfrm>
          <a:off x="1350519" y="499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Smooth MongoDB ingestion.</a:t>
          </a:r>
        </a:p>
      </dsp:txBody>
      <dsp:txXfrm>
        <a:off x="1350519" y="499"/>
        <a:ext cx="5863080" cy="1169280"/>
      </dsp:txXfrm>
    </dsp:sp>
    <dsp:sp modelId="{09C2739C-EBBE-40E0-BCAD-980CF1E04CA8}">
      <dsp:nvSpPr>
        <dsp:cNvPr id="0" name=""/>
        <dsp:cNvSpPr/>
      </dsp:nvSpPr>
      <dsp:spPr>
        <a:xfrm>
          <a:off x="0" y="1462100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5C406-3501-48F7-8BA7-DFF7E3A953CB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2174E-E05F-4EAC-AB18-177A91AB0D7C}">
      <dsp:nvSpPr>
        <dsp:cNvPr id="0" name=""/>
        <dsp:cNvSpPr/>
      </dsp:nvSpPr>
      <dsp:spPr>
        <a:xfrm>
          <a:off x="1350519" y="1462100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Reliable ClickHouse aggregation.</a:t>
          </a:r>
        </a:p>
      </dsp:txBody>
      <dsp:txXfrm>
        <a:off x="1350519" y="1462100"/>
        <a:ext cx="5863080" cy="1169280"/>
      </dsp:txXfrm>
    </dsp:sp>
    <dsp:sp modelId="{07FF7E3A-327F-459B-8DC1-D771B49FE77F}">
      <dsp:nvSpPr>
        <dsp:cNvPr id="0" name=""/>
        <dsp:cNvSpPr/>
      </dsp:nvSpPr>
      <dsp:spPr>
        <a:xfrm>
          <a:off x="0" y="2923701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5E4144-2306-40EA-ADA4-D677B491B811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EC380-5721-473B-98C9-8B4E1E3A1CE5}">
      <dsp:nvSpPr>
        <dsp:cNvPr id="0" name=""/>
        <dsp:cNvSpPr/>
      </dsp:nvSpPr>
      <dsp:spPr>
        <a:xfrm>
          <a:off x="1350519" y="2923701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Redis caching improved dashboard speed.</a:t>
          </a:r>
        </a:p>
      </dsp:txBody>
      <dsp:txXfrm>
        <a:off x="1350519" y="2923701"/>
        <a:ext cx="5863080" cy="11692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F643D5-B8F0-0A4B-9E11-DCAACF642227}">
      <dsp:nvSpPr>
        <dsp:cNvPr id="0" name=""/>
        <dsp:cNvSpPr/>
      </dsp:nvSpPr>
      <dsp:spPr>
        <a:xfrm>
          <a:off x="0" y="1295512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BC15F-8DEA-2F40-A5AB-FB5EB0E9D79E}">
      <dsp:nvSpPr>
        <dsp:cNvPr id="0" name=""/>
        <dsp:cNvSpPr/>
      </dsp:nvSpPr>
      <dsp:spPr>
        <a:xfrm>
          <a:off x="225425" y="1509665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ClickHouse auth issues.</a:t>
          </a:r>
        </a:p>
      </dsp:txBody>
      <dsp:txXfrm>
        <a:off x="263158" y="1547398"/>
        <a:ext cx="1953358" cy="1212837"/>
      </dsp:txXfrm>
    </dsp:sp>
    <dsp:sp modelId="{2EB75ED5-9419-4D42-B7FD-38A5404ADD4A}">
      <dsp:nvSpPr>
        <dsp:cNvPr id="0" name=""/>
        <dsp:cNvSpPr/>
      </dsp:nvSpPr>
      <dsp:spPr>
        <a:xfrm>
          <a:off x="2479675" y="1295512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103574-C7DD-9548-BED0-7428C6145F28}">
      <dsp:nvSpPr>
        <dsp:cNvPr id="0" name=""/>
        <dsp:cNvSpPr/>
      </dsp:nvSpPr>
      <dsp:spPr>
        <a:xfrm>
          <a:off x="2705100" y="1509665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Redis initially empty.</a:t>
          </a:r>
        </a:p>
      </dsp:txBody>
      <dsp:txXfrm>
        <a:off x="2742833" y="1547398"/>
        <a:ext cx="1953358" cy="1212837"/>
      </dsp:txXfrm>
    </dsp:sp>
    <dsp:sp modelId="{976E464F-9270-864A-BF9E-EDEF187765D9}">
      <dsp:nvSpPr>
        <dsp:cNvPr id="0" name=""/>
        <dsp:cNvSpPr/>
      </dsp:nvSpPr>
      <dsp:spPr>
        <a:xfrm>
          <a:off x="4959349" y="1295512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9F2A9-39C2-9B40-A285-5C7CF648AC63}">
      <dsp:nvSpPr>
        <dsp:cNvPr id="0" name=""/>
        <dsp:cNvSpPr/>
      </dsp:nvSpPr>
      <dsp:spPr>
        <a:xfrm>
          <a:off x="5184774" y="1509665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Metadata coordination across stages.</a:t>
          </a:r>
        </a:p>
      </dsp:txBody>
      <dsp:txXfrm>
        <a:off x="5222507" y="1547398"/>
        <a:ext cx="1953358" cy="12128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040CA-E8BE-44B0-83BB-07F25744FE06}">
      <dsp:nvSpPr>
        <dsp:cNvPr id="0" name=""/>
        <dsp:cNvSpPr/>
      </dsp:nvSpPr>
      <dsp:spPr>
        <a:xfrm>
          <a:off x="613109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9BDEA-B739-40BD-8CA5-C6668AEE3829}">
      <dsp:nvSpPr>
        <dsp:cNvPr id="0" name=""/>
        <dsp:cNvSpPr/>
      </dsp:nvSpPr>
      <dsp:spPr>
        <a:xfrm>
          <a:off x="25063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 Docker Compose.</a:t>
          </a:r>
        </a:p>
      </dsp:txBody>
      <dsp:txXfrm>
        <a:off x="25063" y="2316338"/>
        <a:ext cx="2138350" cy="720000"/>
      </dsp:txXfrm>
    </dsp:sp>
    <dsp:sp modelId="{67150756-A2AC-4382-8626-BA0BA51834C8}">
      <dsp:nvSpPr>
        <dsp:cNvPr id="0" name=""/>
        <dsp:cNvSpPr/>
      </dsp:nvSpPr>
      <dsp:spPr>
        <a:xfrm>
          <a:off x="3125671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42470-C063-45E6-A9EE-9635229788C5}">
      <dsp:nvSpPr>
        <dsp:cNvPr id="0" name=""/>
        <dsp:cNvSpPr/>
      </dsp:nvSpPr>
      <dsp:spPr>
        <a:xfrm>
          <a:off x="2537624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Automate ETL scheduling.</a:t>
          </a:r>
        </a:p>
      </dsp:txBody>
      <dsp:txXfrm>
        <a:off x="2537624" y="2316338"/>
        <a:ext cx="2138350" cy="720000"/>
      </dsp:txXfrm>
    </dsp:sp>
    <dsp:sp modelId="{22B244C7-9010-4190-910F-F037EAEC22B8}">
      <dsp:nvSpPr>
        <dsp:cNvPr id="0" name=""/>
        <dsp:cNvSpPr/>
      </dsp:nvSpPr>
      <dsp:spPr>
        <a:xfrm>
          <a:off x="5638232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DC164-96B8-419E-9470-49C04FB659DD}">
      <dsp:nvSpPr>
        <dsp:cNvPr id="0" name=""/>
        <dsp:cNvSpPr/>
      </dsp:nvSpPr>
      <dsp:spPr>
        <a:xfrm>
          <a:off x="5050186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Better logging and enhanced charts.</a:t>
          </a:r>
        </a:p>
      </dsp:txBody>
      <dsp:txXfrm>
        <a:off x="5050186" y="2316338"/>
        <a:ext cx="21383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11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3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0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5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1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5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26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0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5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4106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42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5780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68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53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75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39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TigerDB Weather Pipeline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Pipeline Summary</a:t>
            </a:r>
          </a:p>
          <a:p>
            <a:r>
              <a:t>Team: TigerDB</a:t>
            </a:r>
          </a:p>
          <a:p>
            <a:r>
              <a:t>Members: Ram Mallineni, Sai Manne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Pipeline Overview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7713DB-D49D-BE86-7FC0-136CA34F52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4193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Pipeline Flow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10CAFB-CFEA-A19E-1529-35F71FE572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280512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API → MongoDB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6C5B90-E990-4FD0-894C-0634A65E0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1329212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MongoDB → ClickHouse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1510CB-8543-A5DD-4729-720259060D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066372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t>ClickHouse → Redis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r>
              <a:t>Partial sync caches monthly summary.</a:t>
            </a:r>
          </a:p>
          <a:p>
            <a:r>
              <a:t>Redis TTL ensures freshness without constant recomputation.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70208B-70A4-F522-6D69-DD983B1A1B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26" r="10440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r>
              <a:t>Fetches monthly summary from Redis if available.</a:t>
            </a:r>
          </a:p>
          <a:p>
            <a:r>
              <a:t>Falls back to ClickHouse when cache expires.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What Went Well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C16CE9-3066-22F7-BAA2-BCC6AA5FC5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6486305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Challenges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18B990-7978-5716-B406-A0DDAD2B0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219419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Future Improvements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F23E09-CA75-1500-3AE1-959D2B43C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3657625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190</Words>
  <Application>Microsoft Macintosh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TigerDB Weather Pipeline Project</vt:lpstr>
      <vt:lpstr>Pipeline Overview</vt:lpstr>
      <vt:lpstr>Pipeline Flow</vt:lpstr>
      <vt:lpstr>API → MongoDB</vt:lpstr>
      <vt:lpstr>MongoDB → ClickHouse</vt:lpstr>
      <vt:lpstr>ClickHouse → Redis</vt:lpstr>
      <vt:lpstr>Dashboard</vt:lpstr>
      <vt:lpstr>What Went Well</vt:lpstr>
      <vt:lpstr>Challenges</vt:lpstr>
      <vt:lpstr>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Nikhitha Chowdary Manne</cp:lastModifiedBy>
  <cp:revision>2</cp:revision>
  <dcterms:created xsi:type="dcterms:W3CDTF">2013-01-27T09:14:16Z</dcterms:created>
  <dcterms:modified xsi:type="dcterms:W3CDTF">2025-12-01T08:35:28Z</dcterms:modified>
  <cp:category/>
</cp:coreProperties>
</file>